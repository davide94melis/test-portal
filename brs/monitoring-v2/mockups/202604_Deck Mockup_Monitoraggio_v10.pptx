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8"/>
    <p:sldMasterId id="2147483672" r:id="rId79"/>
  </p:sldMasterIdLst>
  <p:notesMasterIdLst>
    <p:notesMasterId r:id="rId144"/>
  </p:notesMasterIdLst>
  <p:sldIdLst>
    <p:sldId id="690" r:id="rId80"/>
    <p:sldId id="881" r:id="rId81"/>
    <p:sldId id="652" r:id="rId82"/>
    <p:sldId id="754" r:id="rId83"/>
    <p:sldId id="757" r:id="rId84"/>
    <p:sldId id="748" r:id="rId85"/>
    <p:sldId id="844" r:id="rId86"/>
    <p:sldId id="701" r:id="rId87"/>
    <p:sldId id="804" r:id="rId88"/>
    <p:sldId id="724" r:id="rId89"/>
    <p:sldId id="709" r:id="rId90"/>
    <p:sldId id="879" r:id="rId91"/>
    <p:sldId id="760" r:id="rId92"/>
    <p:sldId id="761" r:id="rId93"/>
    <p:sldId id="788" r:id="rId94"/>
    <p:sldId id="762" r:id="rId95"/>
    <p:sldId id="808" r:id="rId96"/>
    <p:sldId id="819" r:id="rId97"/>
    <p:sldId id="794" r:id="rId98"/>
    <p:sldId id="839" r:id="rId99"/>
    <p:sldId id="840" r:id="rId100"/>
    <p:sldId id="841" r:id="rId101"/>
    <p:sldId id="842" r:id="rId102"/>
    <p:sldId id="843" r:id="rId103"/>
    <p:sldId id="845" r:id="rId104"/>
    <p:sldId id="833" r:id="rId105"/>
    <p:sldId id="793" r:id="rId106"/>
    <p:sldId id="835" r:id="rId107"/>
    <p:sldId id="836" r:id="rId108"/>
    <p:sldId id="837" r:id="rId109"/>
    <p:sldId id="882" r:id="rId110"/>
    <p:sldId id="723" r:id="rId111"/>
    <p:sldId id="790" r:id="rId112"/>
    <p:sldId id="669" r:id="rId113"/>
    <p:sldId id="668" r:id="rId114"/>
    <p:sldId id="670" r:id="rId115"/>
    <p:sldId id="838" r:id="rId116"/>
    <p:sldId id="676" r:id="rId117"/>
    <p:sldId id="687" r:id="rId118"/>
    <p:sldId id="796" r:id="rId119"/>
    <p:sldId id="797" r:id="rId120"/>
    <p:sldId id="815" r:id="rId121"/>
    <p:sldId id="847" r:id="rId122"/>
    <p:sldId id="849" r:id="rId123"/>
    <p:sldId id="848" r:id="rId124"/>
    <p:sldId id="850" r:id="rId125"/>
    <p:sldId id="851" r:id="rId126"/>
    <p:sldId id="805" r:id="rId127"/>
    <p:sldId id="854" r:id="rId128"/>
    <p:sldId id="855" r:id="rId129"/>
    <p:sldId id="880" r:id="rId130"/>
    <p:sldId id="867" r:id="rId131"/>
    <p:sldId id="873" r:id="rId132"/>
    <p:sldId id="869" r:id="rId133"/>
    <p:sldId id="874" r:id="rId134"/>
    <p:sldId id="875" r:id="rId135"/>
    <p:sldId id="876" r:id="rId136"/>
    <p:sldId id="878" r:id="rId137"/>
    <p:sldId id="877" r:id="rId138"/>
    <p:sldId id="257" r:id="rId139"/>
    <p:sldId id="738" r:id="rId140"/>
    <p:sldId id="739" r:id="rId141"/>
    <p:sldId id="740" r:id="rId142"/>
    <p:sldId id="741" r:id="rId1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bella Pratica Monitoraggio" id="{C3661BA2-8687-48C1-81ED-1BF6BEC88DA4}">
          <p14:sldIdLst>
            <p14:sldId id="690"/>
            <p14:sldId id="881"/>
            <p14:sldId id="652"/>
          </p14:sldIdLst>
        </p14:section>
        <p14:section name="Flusso ISP (Utente Banca)" id="{EDAB7AEF-6502-4371-9DDB-F49929919327}">
          <p14:sldIdLst>
            <p14:sldId id="754"/>
            <p14:sldId id="757"/>
            <p14:sldId id="748"/>
            <p14:sldId id="844"/>
            <p14:sldId id="701"/>
            <p14:sldId id="804"/>
            <p14:sldId id="724"/>
            <p14:sldId id="709"/>
            <p14:sldId id="879"/>
          </p14:sldIdLst>
        </p14:section>
        <p14:section name="Flusso Deloitte (Utente Deloitte)" id="{6393F865-32D6-49D2-8A08-D1E979F4E091}">
          <p14:sldIdLst>
            <p14:sldId id="760"/>
            <p14:sldId id="761"/>
            <p14:sldId id="788"/>
            <p14:sldId id="762"/>
            <p14:sldId id="808"/>
            <p14:sldId id="819"/>
            <p14:sldId id="794"/>
            <p14:sldId id="839"/>
            <p14:sldId id="840"/>
            <p14:sldId id="841"/>
            <p14:sldId id="842"/>
            <p14:sldId id="843"/>
            <p14:sldId id="845"/>
            <p14:sldId id="833"/>
            <p14:sldId id="793"/>
            <p14:sldId id="835"/>
            <p14:sldId id="836"/>
            <p14:sldId id="837"/>
            <p14:sldId id="882"/>
          </p14:sldIdLst>
        </p14:section>
        <p14:section name="Scadenziere Unificato" id="{F0F7D043-AAE0-4F2F-BC98-9DCE0F1C597D}">
          <p14:sldIdLst>
            <p14:sldId id="723"/>
            <p14:sldId id="790"/>
          </p14:sldIdLst>
        </p14:section>
        <p14:section name="Aggiornamento Mailing List ISP" id="{B7430B92-46C9-4E99-88B1-421DD0882F1B}">
          <p14:sldIdLst>
            <p14:sldId id="669"/>
            <p14:sldId id="668"/>
            <p14:sldId id="670"/>
            <p14:sldId id="838"/>
            <p14:sldId id="676"/>
            <p14:sldId id="687"/>
          </p14:sldIdLst>
        </p14:section>
        <p14:section name="Aggiornamento Mailing List Deloitte" id="{9543B3E4-9FDA-4BE0-88F0-F245222B5060}">
          <p14:sldIdLst>
            <p14:sldId id="796"/>
            <p14:sldId id="797"/>
            <p14:sldId id="815"/>
            <p14:sldId id="847"/>
            <p14:sldId id="849"/>
            <p14:sldId id="848"/>
            <p14:sldId id="850"/>
            <p14:sldId id="851"/>
          </p14:sldIdLst>
        </p14:section>
        <p14:section name="Sezione Spread Deloitte" id="{F3125A4F-C789-4357-B28A-9FA255EC2A27}">
          <p14:sldIdLst>
            <p14:sldId id="805"/>
            <p14:sldId id="854"/>
            <p14:sldId id="855"/>
            <p14:sldId id="880"/>
            <p14:sldId id="867"/>
            <p14:sldId id="873"/>
            <p14:sldId id="869"/>
            <p14:sldId id="874"/>
            <p14:sldId id="875"/>
            <p14:sldId id="876"/>
          </p14:sldIdLst>
        </p14:section>
        <p14:section name="Sezione Spread ISP" id="{78DF77EC-FBDC-45DB-A98C-25536A8E781E}">
          <p14:sldIdLst>
            <p14:sldId id="878"/>
            <p14:sldId id="877"/>
          </p14:sldIdLst>
        </p14:section>
        <p14:section name="Dashboard Monitoraggio" id="{6EC88A40-2ED1-48FE-BCB4-4E0874D8F086}">
          <p14:sldIdLst>
            <p14:sldId id="257"/>
            <p14:sldId id="738"/>
            <p14:sldId id="739"/>
            <p14:sldId id="740"/>
            <p14:sldId id="74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249D39-64D7-E21B-7DF6-19405EFAE446}" name="Melorio, Giulio Gabriele" initials="GM" userId="S::gmelorio@deloitte.it::557e887b-f3c8-4623-9557-77e8716ec751" providerId="AD"/>
  <p188:author id="{3DA03D70-CD33-E33E-ACA1-41E437FD5CC9}" name="Boles, Giorgio" initials="GB" userId="S::gboles@deloitte.it::568619b8-ffab-4a99-be79-07eae8de48a5" providerId="AD"/>
  <p188:author id="{04CFF7DD-82D1-F4BB-1A70-982A3E26369F}" name="Lequio, Giacomo" initials="GL" userId="S::glequio@deloitte.it::1fb58766-645b-4d75-8656-0ac9c3a926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800"/>
    <a:srgbClr val="F0EA00"/>
    <a:srgbClr val="0076A8"/>
    <a:srgbClr val="196B24"/>
    <a:srgbClr val="FFFFFF"/>
    <a:srgbClr val="C4E4E6"/>
    <a:srgbClr val="3F8F94"/>
    <a:srgbClr val="F5F5F5"/>
    <a:srgbClr val="F2F2F2"/>
    <a:srgbClr val="889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B629C-AD0A-4286-9F37-CADD8397020B}" v="84" dt="2026-04-23T13:10:39.010"/>
    <p1510:client id="{4450E682-1327-4DAD-9AA1-55AD235AAB05}" v="1244" dt="2026-04-24T16:20:35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38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slide" Target="slides/slide5.xml"/><Relationship Id="rId138" Type="http://schemas.openxmlformats.org/officeDocument/2006/relationships/slide" Target="slides/slide59.xml"/><Relationship Id="rId107" Type="http://schemas.openxmlformats.org/officeDocument/2006/relationships/slide" Target="slides/slide28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53" Type="http://schemas.openxmlformats.org/officeDocument/2006/relationships/customXml" Target="../customXml/item53.xml"/><Relationship Id="rId74" Type="http://schemas.openxmlformats.org/officeDocument/2006/relationships/customXml" Target="../customXml/item74.xml"/><Relationship Id="rId128" Type="http://schemas.openxmlformats.org/officeDocument/2006/relationships/slide" Target="slides/slide49.xml"/><Relationship Id="rId149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95" Type="http://schemas.openxmlformats.org/officeDocument/2006/relationships/slide" Target="slides/slide16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113" Type="http://schemas.openxmlformats.org/officeDocument/2006/relationships/slide" Target="slides/slide34.xml"/><Relationship Id="rId118" Type="http://schemas.openxmlformats.org/officeDocument/2006/relationships/slide" Target="slides/slide39.xml"/><Relationship Id="rId134" Type="http://schemas.openxmlformats.org/officeDocument/2006/relationships/slide" Target="slides/slide55.xml"/><Relationship Id="rId139" Type="http://schemas.openxmlformats.org/officeDocument/2006/relationships/slide" Target="slides/slide60.xml"/><Relationship Id="rId80" Type="http://schemas.openxmlformats.org/officeDocument/2006/relationships/slide" Target="slides/slide1.xml"/><Relationship Id="rId85" Type="http://schemas.openxmlformats.org/officeDocument/2006/relationships/slide" Target="slides/slide6.xml"/><Relationship Id="rId150" Type="http://schemas.microsoft.com/office/2015/10/relationships/revisionInfo" Target="revisionInfo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slide" Target="slides/slide24.xml"/><Relationship Id="rId108" Type="http://schemas.openxmlformats.org/officeDocument/2006/relationships/slide" Target="slides/slide29.xml"/><Relationship Id="rId124" Type="http://schemas.openxmlformats.org/officeDocument/2006/relationships/slide" Target="slides/slide45.xml"/><Relationship Id="rId129" Type="http://schemas.openxmlformats.org/officeDocument/2006/relationships/slide" Target="slides/slide50.xml"/><Relationship Id="rId54" Type="http://schemas.openxmlformats.org/officeDocument/2006/relationships/customXml" Target="../customXml/item54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91" Type="http://schemas.openxmlformats.org/officeDocument/2006/relationships/slide" Target="slides/slide12.xml"/><Relationship Id="rId96" Type="http://schemas.openxmlformats.org/officeDocument/2006/relationships/slide" Target="slides/slide17.xml"/><Relationship Id="rId140" Type="http://schemas.openxmlformats.org/officeDocument/2006/relationships/slide" Target="slides/slide61.xml"/><Relationship Id="rId14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slide" Target="slides/slide35.xml"/><Relationship Id="rId119" Type="http://schemas.openxmlformats.org/officeDocument/2006/relationships/slide" Target="slides/slide40.xml"/><Relationship Id="rId44" Type="http://schemas.openxmlformats.org/officeDocument/2006/relationships/customXml" Target="../customXml/item44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81" Type="http://schemas.openxmlformats.org/officeDocument/2006/relationships/slide" Target="slides/slide2.xml"/><Relationship Id="rId86" Type="http://schemas.openxmlformats.org/officeDocument/2006/relationships/slide" Target="slides/slide7.xml"/><Relationship Id="rId130" Type="http://schemas.openxmlformats.org/officeDocument/2006/relationships/slide" Target="slides/slide51.xml"/><Relationship Id="rId135" Type="http://schemas.openxmlformats.org/officeDocument/2006/relationships/slide" Target="slides/slide56.xml"/><Relationship Id="rId151" Type="http://schemas.microsoft.com/office/2018/10/relationships/authors" Target="authors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slide" Target="slides/slide30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slide" Target="slides/slide18.xml"/><Relationship Id="rId104" Type="http://schemas.openxmlformats.org/officeDocument/2006/relationships/slide" Target="slides/slide25.xml"/><Relationship Id="rId120" Type="http://schemas.openxmlformats.org/officeDocument/2006/relationships/slide" Target="slides/slide41.xml"/><Relationship Id="rId125" Type="http://schemas.openxmlformats.org/officeDocument/2006/relationships/slide" Target="slides/slide46.xml"/><Relationship Id="rId141" Type="http://schemas.openxmlformats.org/officeDocument/2006/relationships/slide" Target="slides/slide62.xml"/><Relationship Id="rId146" Type="http://schemas.openxmlformats.org/officeDocument/2006/relationships/viewProps" Target="viewProps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slide" Target="slides/slide13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slide" Target="slides/slide8.xml"/><Relationship Id="rId110" Type="http://schemas.openxmlformats.org/officeDocument/2006/relationships/slide" Target="slides/slide31.xml"/><Relationship Id="rId115" Type="http://schemas.openxmlformats.org/officeDocument/2006/relationships/slide" Target="slides/slide36.xml"/><Relationship Id="rId131" Type="http://schemas.openxmlformats.org/officeDocument/2006/relationships/slide" Target="slides/slide52.xml"/><Relationship Id="rId136" Type="http://schemas.openxmlformats.org/officeDocument/2006/relationships/slide" Target="slides/slide57.xml"/><Relationship Id="rId61" Type="http://schemas.openxmlformats.org/officeDocument/2006/relationships/customXml" Target="../customXml/item61.xml"/><Relationship Id="rId82" Type="http://schemas.openxmlformats.org/officeDocument/2006/relationships/slide" Target="slides/slide3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slide" Target="slides/slide21.xml"/><Relationship Id="rId105" Type="http://schemas.openxmlformats.org/officeDocument/2006/relationships/slide" Target="slides/slide26.xml"/><Relationship Id="rId126" Type="http://schemas.openxmlformats.org/officeDocument/2006/relationships/slide" Target="slides/slide47.xml"/><Relationship Id="rId147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slide" Target="slides/slide14.xml"/><Relationship Id="rId98" Type="http://schemas.openxmlformats.org/officeDocument/2006/relationships/slide" Target="slides/slide19.xml"/><Relationship Id="rId121" Type="http://schemas.openxmlformats.org/officeDocument/2006/relationships/slide" Target="slides/slide42.xml"/><Relationship Id="rId142" Type="http://schemas.openxmlformats.org/officeDocument/2006/relationships/slide" Target="slides/slide63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slide" Target="slides/slide37.xml"/><Relationship Id="rId137" Type="http://schemas.openxmlformats.org/officeDocument/2006/relationships/slide" Target="slides/slide58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slide" Target="slides/slide4.xml"/><Relationship Id="rId88" Type="http://schemas.openxmlformats.org/officeDocument/2006/relationships/slide" Target="slides/slide9.xml"/><Relationship Id="rId111" Type="http://schemas.openxmlformats.org/officeDocument/2006/relationships/slide" Target="slides/slide32.xml"/><Relationship Id="rId132" Type="http://schemas.openxmlformats.org/officeDocument/2006/relationships/slide" Target="slides/slide53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slide" Target="slides/slide27.xml"/><Relationship Id="rId127" Type="http://schemas.openxmlformats.org/officeDocument/2006/relationships/slide" Target="slides/slide48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slideMaster" Target="slideMasters/slideMaster1.xml"/><Relationship Id="rId94" Type="http://schemas.openxmlformats.org/officeDocument/2006/relationships/slide" Target="slides/slide15.xml"/><Relationship Id="rId99" Type="http://schemas.openxmlformats.org/officeDocument/2006/relationships/slide" Target="slides/slide20.xml"/><Relationship Id="rId101" Type="http://schemas.openxmlformats.org/officeDocument/2006/relationships/slide" Target="slides/slide22.xml"/><Relationship Id="rId122" Type="http://schemas.openxmlformats.org/officeDocument/2006/relationships/slide" Target="slides/slide43.xml"/><Relationship Id="rId143" Type="http://schemas.openxmlformats.org/officeDocument/2006/relationships/slide" Target="slides/slide64.xml"/><Relationship Id="rId148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26" Type="http://schemas.openxmlformats.org/officeDocument/2006/relationships/customXml" Target="../customXml/item26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slide" Target="slides/slide10.xml"/><Relationship Id="rId112" Type="http://schemas.openxmlformats.org/officeDocument/2006/relationships/slide" Target="slides/slide33.xml"/><Relationship Id="rId133" Type="http://schemas.openxmlformats.org/officeDocument/2006/relationships/slide" Target="slides/slide54.xml"/><Relationship Id="rId16" Type="http://schemas.openxmlformats.org/officeDocument/2006/relationships/customXml" Target="../customXml/item16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slideMaster" Target="slideMasters/slideMaster2.xml"/><Relationship Id="rId102" Type="http://schemas.openxmlformats.org/officeDocument/2006/relationships/slide" Target="slides/slide23.xml"/><Relationship Id="rId123" Type="http://schemas.openxmlformats.org/officeDocument/2006/relationships/slide" Target="slides/slide44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orio, Giulio Gabriele" userId="557e887b-f3c8-4623-9557-77e8716ec751" providerId="ADAL" clId="{B978E102-DF74-4161-A620-1372494B59EE}"/>
    <pc:docChg chg="undo custSel modSld">
      <pc:chgData name="Melorio, Giulio Gabriele" userId="557e887b-f3c8-4623-9557-77e8716ec751" providerId="ADAL" clId="{B978E102-DF74-4161-A620-1372494B59EE}" dt="2026-04-23T13:10:39.010" v="83"/>
      <pc:docMkLst>
        <pc:docMk/>
      </pc:docMkLst>
      <pc:sldChg chg="delSp modSp mod">
        <pc:chgData name="Melorio, Giulio Gabriele" userId="557e887b-f3c8-4623-9557-77e8716ec751" providerId="ADAL" clId="{B978E102-DF74-4161-A620-1372494B59EE}" dt="2026-04-22T09:15:35.694" v="28"/>
        <pc:sldMkLst>
          <pc:docMk/>
          <pc:sldMk cId="2234475284" sldId="867"/>
        </pc:sldMkLst>
        <pc:spChg chg="del">
          <ac:chgData name="Melorio, Giulio Gabriele" userId="557e887b-f3c8-4623-9557-77e8716ec751" providerId="ADAL" clId="{B978E102-DF74-4161-A620-1372494B59EE}" dt="2026-04-22T09:15:13.390" v="8" actId="478"/>
          <ac:spMkLst>
            <pc:docMk/>
            <pc:sldMk cId="2234475284" sldId="867"/>
            <ac:spMk id="21" creationId="{DB62A2AA-E55A-389D-D4DA-248888706ED2}"/>
          </ac:spMkLst>
        </pc:spChg>
        <pc:spChg chg="mod">
          <ac:chgData name="Melorio, Giulio Gabriele" userId="557e887b-f3c8-4623-9557-77e8716ec751" providerId="ADAL" clId="{B978E102-DF74-4161-A620-1372494B59EE}" dt="2026-04-22T09:15:35.694" v="28"/>
          <ac:spMkLst>
            <pc:docMk/>
            <pc:sldMk cId="2234475284" sldId="867"/>
            <ac:spMk id="36" creationId="{5FDD442D-F946-F727-C18C-4EB5ED7F4883}"/>
          </ac:spMkLst>
        </pc:spChg>
        <pc:graphicFrameChg chg="modGraphic">
          <ac:chgData name="Melorio, Giulio Gabriele" userId="557e887b-f3c8-4623-9557-77e8716ec751" providerId="ADAL" clId="{B978E102-DF74-4161-A620-1372494B59EE}" dt="2026-04-22T09:15:04.003" v="7" actId="20577"/>
          <ac:graphicFrameMkLst>
            <pc:docMk/>
            <pc:sldMk cId="2234475284" sldId="867"/>
            <ac:graphicFrameMk id="20" creationId="{578327F8-198D-FF3E-E642-420A896DFED6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3T13:09:56.468" v="80" actId="122"/>
        <pc:sldMkLst>
          <pc:docMk/>
          <pc:sldMk cId="1370811357" sldId="869"/>
        </pc:sldMkLst>
        <pc:graphicFrameChg chg="mod modGraphic">
          <ac:chgData name="Melorio, Giulio Gabriele" userId="557e887b-f3c8-4623-9557-77e8716ec751" providerId="ADAL" clId="{B978E102-DF74-4161-A620-1372494B59EE}" dt="2026-04-23T13:09:56.468" v="80" actId="122"/>
          <ac:graphicFrameMkLst>
            <pc:docMk/>
            <pc:sldMk cId="1370811357" sldId="869"/>
            <ac:graphicFrameMk id="20" creationId="{681D7552-1289-C34A-E1E6-778DC2A65639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2T09:15:27.946" v="27"/>
        <pc:sldMkLst>
          <pc:docMk/>
          <pc:sldMk cId="898238688" sldId="873"/>
        </pc:sldMkLst>
        <pc:spChg chg="mod">
          <ac:chgData name="Melorio, Giulio Gabriele" userId="557e887b-f3c8-4623-9557-77e8716ec751" providerId="ADAL" clId="{B978E102-DF74-4161-A620-1372494B59EE}" dt="2026-04-22T09:15:24.922" v="26" actId="20577"/>
          <ac:spMkLst>
            <pc:docMk/>
            <pc:sldMk cId="898238688" sldId="873"/>
            <ac:spMk id="36" creationId="{13222ADB-9907-3D9B-8CA5-FE0BDDBE6328}"/>
          </ac:spMkLst>
        </pc:spChg>
        <pc:spChg chg="mod">
          <ac:chgData name="Melorio, Giulio Gabriele" userId="557e887b-f3c8-4623-9557-77e8716ec751" providerId="ADAL" clId="{B978E102-DF74-4161-A620-1372494B59EE}" dt="2026-04-22T09:15:27.946" v="27"/>
          <ac:spMkLst>
            <pc:docMk/>
            <pc:sldMk cId="898238688" sldId="873"/>
            <ac:spMk id="42" creationId="{0A74575B-0333-42A8-9BA7-0A0C9559AAAE}"/>
          </ac:spMkLst>
        </pc:spChg>
        <pc:graphicFrameChg chg="modGraphic">
          <ac:chgData name="Melorio, Giulio Gabriele" userId="557e887b-f3c8-4623-9557-77e8716ec751" providerId="ADAL" clId="{B978E102-DF74-4161-A620-1372494B59EE}" dt="2026-04-22T09:15:20.107" v="16" actId="20577"/>
          <ac:graphicFrameMkLst>
            <pc:docMk/>
            <pc:sldMk cId="898238688" sldId="873"/>
            <ac:graphicFrameMk id="20" creationId="{7010B055-DB19-4CC3-DEAA-623652F394F3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3T13:09:51.679" v="79" actId="122"/>
        <pc:sldMkLst>
          <pc:docMk/>
          <pc:sldMk cId="1650047559" sldId="874"/>
        </pc:sldMkLst>
        <pc:graphicFrameChg chg="mod modGraphic">
          <ac:chgData name="Melorio, Giulio Gabriele" userId="557e887b-f3c8-4623-9557-77e8716ec751" providerId="ADAL" clId="{B978E102-DF74-4161-A620-1372494B59EE}" dt="2026-04-23T13:09:51.679" v="79" actId="122"/>
          <ac:graphicFrameMkLst>
            <pc:docMk/>
            <pc:sldMk cId="1650047559" sldId="874"/>
            <ac:graphicFrameMk id="20" creationId="{E4D063C9-14DE-EBB2-8327-7BCAE38446B9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3T13:10:09.389" v="81"/>
        <pc:sldMkLst>
          <pc:docMk/>
          <pc:sldMk cId="3098662192" sldId="875"/>
        </pc:sldMkLst>
        <pc:graphicFrameChg chg="mod modGraphic">
          <ac:chgData name="Melorio, Giulio Gabriele" userId="557e887b-f3c8-4623-9557-77e8716ec751" providerId="ADAL" clId="{B978E102-DF74-4161-A620-1372494B59EE}" dt="2026-04-23T13:10:09.389" v="81"/>
          <ac:graphicFrameMkLst>
            <pc:docMk/>
            <pc:sldMk cId="3098662192" sldId="875"/>
            <ac:graphicFrameMk id="20" creationId="{856A8571-5389-4440-17BE-69A5A229DE06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3T13:10:31.300" v="82"/>
        <pc:sldMkLst>
          <pc:docMk/>
          <pc:sldMk cId="4118359453" sldId="876"/>
        </pc:sldMkLst>
        <pc:graphicFrameChg chg="mod modGraphic">
          <ac:chgData name="Melorio, Giulio Gabriele" userId="557e887b-f3c8-4623-9557-77e8716ec751" providerId="ADAL" clId="{B978E102-DF74-4161-A620-1372494B59EE}" dt="2026-04-23T13:10:31.300" v="82"/>
          <ac:graphicFrameMkLst>
            <pc:docMk/>
            <pc:sldMk cId="4118359453" sldId="876"/>
            <ac:graphicFrameMk id="20" creationId="{CA9AF07F-1541-6EBF-342F-A58FF3F09D9A}"/>
          </ac:graphicFrameMkLst>
        </pc:graphicFrameChg>
      </pc:sldChg>
      <pc:sldChg chg="modSp mod">
        <pc:chgData name="Melorio, Giulio Gabriele" userId="557e887b-f3c8-4623-9557-77e8716ec751" providerId="ADAL" clId="{B978E102-DF74-4161-A620-1372494B59EE}" dt="2026-04-23T13:10:39.010" v="83"/>
        <pc:sldMkLst>
          <pc:docMk/>
          <pc:sldMk cId="1103613934" sldId="877"/>
        </pc:sldMkLst>
        <pc:graphicFrameChg chg="mod modGraphic">
          <ac:chgData name="Melorio, Giulio Gabriele" userId="557e887b-f3c8-4623-9557-77e8716ec751" providerId="ADAL" clId="{B978E102-DF74-4161-A620-1372494B59EE}" dt="2026-04-23T13:10:39.010" v="83"/>
          <ac:graphicFrameMkLst>
            <pc:docMk/>
            <pc:sldMk cId="1103613934" sldId="877"/>
            <ac:graphicFrameMk id="20" creationId="{C6A890DD-80F9-D6EC-9DF2-48C0CC2905F2}"/>
          </ac:graphicFrameMkLst>
        </pc:graphicFrameChg>
      </pc:sldChg>
    </pc:docChg>
  </pc:docChgLst>
  <pc:docChgLst>
    <pc:chgData name="Boles, Giorgio" userId="S::gboles@deloitte.it::568619b8-ffab-4a99-be79-07eae8de48a5" providerId="AD" clId="Web-{0AB73089-0020-FA65-9C8C-1F683E215697}"/>
    <pc:docChg chg="sldOrd">
      <pc:chgData name="Boles, Giorgio" userId="S::gboles@deloitte.it::568619b8-ffab-4a99-be79-07eae8de48a5" providerId="AD" clId="Web-{0AB73089-0020-FA65-9C8C-1F683E215697}" dt="2026-04-21T15:16:10.228" v="0"/>
      <pc:docMkLst>
        <pc:docMk/>
      </pc:docMkLst>
      <pc:sldChg chg="ord">
        <pc:chgData name="Boles, Giorgio" userId="S::gboles@deloitte.it::568619b8-ffab-4a99-be79-07eae8de48a5" providerId="AD" clId="Web-{0AB73089-0020-FA65-9C8C-1F683E215697}" dt="2026-04-21T15:16:10.228" v="0"/>
        <pc:sldMkLst>
          <pc:docMk/>
          <pc:sldMk cId="2250961230" sldId="652"/>
        </pc:sldMkLst>
      </pc:sldChg>
    </pc:docChg>
  </pc:docChgLst>
  <pc:docChgLst>
    <pc:chgData name="Lequio, Giacomo" userId="1fb58766-645b-4d75-8656-0ac9c3a926ff" providerId="ADAL" clId="{0CF7003A-B912-46BD-8A46-68D086FF1ED7}"/>
    <pc:docChg chg="undo redo custSel addSld delSld modSld modSection">
      <pc:chgData name="Lequio, Giacomo" userId="1fb58766-645b-4d75-8656-0ac9c3a926ff" providerId="ADAL" clId="{0CF7003A-B912-46BD-8A46-68D086FF1ED7}" dt="2026-04-24T16:20:35.035" v="1434" actId="20577"/>
      <pc:docMkLst>
        <pc:docMk/>
      </pc:docMkLst>
      <pc:sldChg chg="addSp delSp modSp mod">
        <pc:chgData name="Lequio, Giacomo" userId="1fb58766-645b-4d75-8656-0ac9c3a926ff" providerId="ADAL" clId="{0CF7003A-B912-46BD-8A46-68D086FF1ED7}" dt="2026-04-24T09:14:57.159" v="847" actId="478"/>
        <pc:sldMkLst>
          <pc:docMk/>
          <pc:sldMk cId="2250961230" sldId="652"/>
        </pc:sldMkLst>
        <pc:spChg chg="del">
          <ac:chgData name="Lequio, Giacomo" userId="1fb58766-645b-4d75-8656-0ac9c3a926ff" providerId="ADAL" clId="{0CF7003A-B912-46BD-8A46-68D086FF1ED7}" dt="2026-04-24T09:14:57.159" v="847" actId="478"/>
          <ac:spMkLst>
            <pc:docMk/>
            <pc:sldMk cId="2250961230" sldId="652"/>
            <ac:spMk id="5" creationId="{0AA2B45C-11DD-E157-D40B-71138AC8A779}"/>
          </ac:spMkLst>
        </pc:spChg>
        <pc:spChg chg="add del mod">
          <ac:chgData name="Lequio, Giacomo" userId="1fb58766-645b-4d75-8656-0ac9c3a926ff" providerId="ADAL" clId="{0CF7003A-B912-46BD-8A46-68D086FF1ED7}" dt="2026-04-24T08:31:53.735" v="344" actId="478"/>
          <ac:spMkLst>
            <pc:docMk/>
            <pc:sldMk cId="2250961230" sldId="652"/>
            <ac:spMk id="6" creationId="{62508D93-3E98-8455-B403-0A3C47E65A22}"/>
          </ac:spMkLst>
        </pc:spChg>
      </pc:sldChg>
      <pc:sldChg chg="addSp delSp modSp mod">
        <pc:chgData name="Lequio, Giacomo" userId="1fb58766-645b-4d75-8656-0ac9c3a926ff" providerId="ADAL" clId="{0CF7003A-B912-46BD-8A46-68D086FF1ED7}" dt="2026-04-17T12:05:59.139" v="201" actId="20577"/>
        <pc:sldMkLst>
          <pc:docMk/>
          <pc:sldMk cId="1285793047" sldId="676"/>
        </pc:sldMkLst>
        <pc:spChg chg="mod">
          <ac:chgData name="Lequio, Giacomo" userId="1fb58766-645b-4d75-8656-0ac9c3a926ff" providerId="ADAL" clId="{0CF7003A-B912-46BD-8A46-68D086FF1ED7}" dt="2026-04-16T07:21:47.434" v="23" actId="14100"/>
          <ac:spMkLst>
            <pc:docMk/>
            <pc:sldMk cId="1285793047" sldId="676"/>
            <ac:spMk id="26" creationId="{E66A05B3-67E7-F548-EFCF-639114AB60C6}"/>
          </ac:spMkLst>
        </pc:spChg>
        <pc:spChg chg="mod">
          <ac:chgData name="Lequio, Giacomo" userId="1fb58766-645b-4d75-8656-0ac9c3a926ff" providerId="ADAL" clId="{0CF7003A-B912-46BD-8A46-68D086FF1ED7}" dt="2026-04-16T07:20:30.860" v="4" actId="14100"/>
          <ac:spMkLst>
            <pc:docMk/>
            <pc:sldMk cId="1285793047" sldId="676"/>
            <ac:spMk id="27" creationId="{8AD28462-1644-9CF8-C580-3DF53174B718}"/>
          </ac:spMkLst>
        </pc:spChg>
        <pc:spChg chg="mod">
          <ac:chgData name="Lequio, Giacomo" userId="1fb58766-645b-4d75-8656-0ac9c3a926ff" providerId="ADAL" clId="{0CF7003A-B912-46BD-8A46-68D086FF1ED7}" dt="2026-04-16T07:20:42.833" v="9" actId="1076"/>
          <ac:spMkLst>
            <pc:docMk/>
            <pc:sldMk cId="1285793047" sldId="676"/>
            <ac:spMk id="31" creationId="{D09DA8DD-97D3-3B75-0E49-C998CCFBFB19}"/>
          </ac:spMkLst>
        </pc:spChg>
        <pc:spChg chg="mod">
          <ac:chgData name="Lequio, Giacomo" userId="1fb58766-645b-4d75-8656-0ac9c3a926ff" providerId="ADAL" clId="{0CF7003A-B912-46BD-8A46-68D086FF1ED7}" dt="2026-04-17T07:11:27.581" v="122" actId="207"/>
          <ac:spMkLst>
            <pc:docMk/>
            <pc:sldMk cId="1285793047" sldId="676"/>
            <ac:spMk id="33" creationId="{9FB2431B-A148-C9D7-9F38-C5C6D6CCB309}"/>
          </ac:spMkLst>
        </pc:spChg>
        <pc:spChg chg="mod topLvl">
          <ac:chgData name="Lequio, Giacomo" userId="1fb58766-645b-4d75-8656-0ac9c3a926ff" providerId="ADAL" clId="{0CF7003A-B912-46BD-8A46-68D086FF1ED7}" dt="2026-04-17T12:04:49.323" v="155" actId="6549"/>
          <ac:spMkLst>
            <pc:docMk/>
            <pc:sldMk cId="1285793047" sldId="676"/>
            <ac:spMk id="35" creationId="{A568E068-75F2-82C1-F9BF-7DE1AAB87CBA}"/>
          </ac:spMkLst>
        </pc:spChg>
        <pc:spChg chg="mod topLvl">
          <ac:chgData name="Lequio, Giacomo" userId="1fb58766-645b-4d75-8656-0ac9c3a926ff" providerId="ADAL" clId="{0CF7003A-B912-46BD-8A46-68D086FF1ED7}" dt="2026-04-17T12:05:59.139" v="201" actId="20577"/>
          <ac:spMkLst>
            <pc:docMk/>
            <pc:sldMk cId="1285793047" sldId="676"/>
            <ac:spMk id="37" creationId="{19A3807C-6CF6-7BA5-0C30-F6197D23C4F9}"/>
          </ac:spMkLst>
        </pc:spChg>
        <pc:spChg chg="mod topLvl">
          <ac:chgData name="Lequio, Giacomo" userId="1fb58766-645b-4d75-8656-0ac9c3a926ff" providerId="ADAL" clId="{0CF7003A-B912-46BD-8A46-68D086FF1ED7}" dt="2026-04-16T07:21:37.049" v="20" actId="165"/>
          <ac:spMkLst>
            <pc:docMk/>
            <pc:sldMk cId="1285793047" sldId="676"/>
            <ac:spMk id="39" creationId="{22406272-A21E-B679-573E-669C92FFF7A1}"/>
          </ac:spMkLst>
        </pc:spChg>
        <pc:grpChg chg="mod">
          <ac:chgData name="Lequio, Giacomo" userId="1fb58766-645b-4d75-8656-0ac9c3a926ff" providerId="ADAL" clId="{0CF7003A-B912-46BD-8A46-68D086FF1ED7}" dt="2026-04-16T07:20:19.635" v="0" actId="14100"/>
          <ac:grpSpMkLst>
            <pc:docMk/>
            <pc:sldMk cId="1285793047" sldId="676"/>
            <ac:grpSpMk id="24" creationId="{E320DF62-ED86-F7A7-22EF-6B7BCDDA7CA9}"/>
          </ac:grpSpMkLst>
        </pc:grpChg>
        <pc:picChg chg="mod">
          <ac:chgData name="Lequio, Giacomo" userId="1fb58766-645b-4d75-8656-0ac9c3a926ff" providerId="ADAL" clId="{0CF7003A-B912-46BD-8A46-68D086FF1ED7}" dt="2026-04-16T07:20:42.833" v="9" actId="1076"/>
          <ac:picMkLst>
            <pc:docMk/>
            <pc:sldMk cId="1285793047" sldId="676"/>
            <ac:picMk id="32" creationId="{92E5C61D-F95A-B58A-D7C9-6DE734E9778C}"/>
          </ac:picMkLst>
        </pc:picChg>
        <pc:picChg chg="mod topLvl">
          <ac:chgData name="Lequio, Giacomo" userId="1fb58766-645b-4d75-8656-0ac9c3a926ff" providerId="ADAL" clId="{0CF7003A-B912-46BD-8A46-68D086FF1ED7}" dt="2026-04-16T07:21:37.049" v="20" actId="165"/>
          <ac:picMkLst>
            <pc:docMk/>
            <pc:sldMk cId="1285793047" sldId="676"/>
            <ac:picMk id="36" creationId="{368C51D3-A638-CC26-BDE8-7E2DE76B96F3}"/>
          </ac:picMkLst>
        </pc:picChg>
        <pc:picChg chg="mod topLvl">
          <ac:chgData name="Lequio, Giacomo" userId="1fb58766-645b-4d75-8656-0ac9c3a926ff" providerId="ADAL" clId="{0CF7003A-B912-46BD-8A46-68D086FF1ED7}" dt="2026-04-16T07:21:37.049" v="20" actId="165"/>
          <ac:picMkLst>
            <pc:docMk/>
            <pc:sldMk cId="1285793047" sldId="676"/>
            <ac:picMk id="38" creationId="{861D7905-64B4-28B8-D2A2-FC1996A118B2}"/>
          </ac:picMkLst>
        </pc:picChg>
      </pc:sldChg>
      <pc:sldChg chg="addSp delSp modSp mod">
        <pc:chgData name="Lequio, Giacomo" userId="1fb58766-645b-4d75-8656-0ac9c3a926ff" providerId="ADAL" clId="{0CF7003A-B912-46BD-8A46-68D086FF1ED7}" dt="2026-04-24T15:49:10.088" v="1194" actId="20577"/>
        <pc:sldMkLst>
          <pc:docMk/>
          <pc:sldMk cId="4009770776" sldId="701"/>
        </pc:sldMkLst>
        <pc:spChg chg="add mod">
          <ac:chgData name="Lequio, Giacomo" userId="1fb58766-645b-4d75-8656-0ac9c3a926ff" providerId="ADAL" clId="{0CF7003A-B912-46BD-8A46-68D086FF1ED7}" dt="2026-04-23T16:26:15.573" v="339"/>
          <ac:spMkLst>
            <pc:docMk/>
            <pc:sldMk cId="4009770776" sldId="701"/>
            <ac:spMk id="3" creationId="{9E0BA7C1-2B34-CD31-BA34-83CDE3AE95F1}"/>
          </ac:spMkLst>
        </pc:spChg>
        <pc:spChg chg="add mod">
          <ac:chgData name="Lequio, Giacomo" userId="1fb58766-645b-4d75-8656-0ac9c3a926ff" providerId="ADAL" clId="{0CF7003A-B912-46BD-8A46-68D086FF1ED7}" dt="2026-04-23T16:26:15.573" v="339"/>
          <ac:spMkLst>
            <pc:docMk/>
            <pc:sldMk cId="4009770776" sldId="701"/>
            <ac:spMk id="10" creationId="{0BC295B6-50FA-4759-CF61-01081625E73D}"/>
          </ac:spMkLst>
        </pc:spChg>
        <pc:spChg chg="del">
          <ac:chgData name="Lequio, Giacomo" userId="1fb58766-645b-4d75-8656-0ac9c3a926ff" providerId="ADAL" clId="{0CF7003A-B912-46BD-8A46-68D086FF1ED7}" dt="2026-04-23T16:26:15.309" v="338" actId="478"/>
          <ac:spMkLst>
            <pc:docMk/>
            <pc:sldMk cId="4009770776" sldId="701"/>
            <ac:spMk id="134" creationId="{AB03AFC3-BEF3-248E-C7AA-F52E9763AC5D}"/>
          </ac:spMkLst>
        </pc:spChg>
        <pc:spChg chg="del">
          <ac:chgData name="Lequio, Giacomo" userId="1fb58766-645b-4d75-8656-0ac9c3a926ff" providerId="ADAL" clId="{0CF7003A-B912-46BD-8A46-68D086FF1ED7}" dt="2026-04-23T16:26:15.309" v="338" actId="478"/>
          <ac:spMkLst>
            <pc:docMk/>
            <pc:sldMk cId="4009770776" sldId="701"/>
            <ac:spMk id="135" creationId="{FC9EE833-0726-39F3-F568-0C250DD5C1DE}"/>
          </ac:spMkLst>
        </pc:spChg>
        <pc:spChg chg="del">
          <ac:chgData name="Lequio, Giacomo" userId="1fb58766-645b-4d75-8656-0ac9c3a926ff" providerId="ADAL" clId="{0CF7003A-B912-46BD-8A46-68D086FF1ED7}" dt="2026-04-23T16:26:15.309" v="338" actId="478"/>
          <ac:spMkLst>
            <pc:docMk/>
            <pc:sldMk cId="4009770776" sldId="701"/>
            <ac:spMk id="146" creationId="{FDFCDF23-000E-CC16-4978-324EEAA21783}"/>
          </ac:spMkLst>
        </pc:spChg>
        <pc:spChg chg="del">
          <ac:chgData name="Lequio, Giacomo" userId="1fb58766-645b-4d75-8656-0ac9c3a926ff" providerId="ADAL" clId="{0CF7003A-B912-46BD-8A46-68D086FF1ED7}" dt="2026-04-23T16:26:15.309" v="338" actId="478"/>
          <ac:spMkLst>
            <pc:docMk/>
            <pc:sldMk cId="4009770776" sldId="701"/>
            <ac:spMk id="147" creationId="{3E90A05C-E517-6553-96AC-672E78CADA0C}"/>
          </ac:spMkLst>
        </pc:spChg>
        <pc:graphicFrameChg chg="modGraphic">
          <ac:chgData name="Lequio, Giacomo" userId="1fb58766-645b-4d75-8656-0ac9c3a926ff" providerId="ADAL" clId="{0CF7003A-B912-46BD-8A46-68D086FF1ED7}" dt="2026-04-24T15:49:03.657" v="1176" actId="20577"/>
          <ac:graphicFrameMkLst>
            <pc:docMk/>
            <pc:sldMk cId="4009770776" sldId="701"/>
            <ac:graphicFrameMk id="53" creationId="{FAB95181-1D0C-5CA7-A1E0-B142FB3DDBB4}"/>
          </ac:graphicFrameMkLst>
        </pc:graphicFrameChg>
        <pc:graphicFrameChg chg="modGraphic">
          <ac:chgData name="Lequio, Giacomo" userId="1fb58766-645b-4d75-8656-0ac9c3a926ff" providerId="ADAL" clId="{0CF7003A-B912-46BD-8A46-68D086FF1ED7}" dt="2026-04-24T15:49:10.088" v="1194" actId="20577"/>
          <ac:graphicFrameMkLst>
            <pc:docMk/>
            <pc:sldMk cId="4009770776" sldId="701"/>
            <ac:graphicFrameMk id="57" creationId="{6F905E48-6BE1-B405-112F-9C04EAA05558}"/>
          </ac:graphicFrameMkLst>
        </pc:graphicFrameChg>
      </pc:sldChg>
      <pc:sldChg chg="addSp delSp modSp mod">
        <pc:chgData name="Lequio, Giacomo" userId="1fb58766-645b-4d75-8656-0ac9c3a926ff" providerId="ADAL" clId="{0CF7003A-B912-46BD-8A46-68D086FF1ED7}" dt="2026-04-24T16:05:40.325" v="1241" actId="404"/>
        <pc:sldMkLst>
          <pc:docMk/>
          <pc:sldMk cId="3124425891" sldId="709"/>
        </pc:sldMkLst>
        <pc:spChg chg="add mod">
          <ac:chgData name="Lequio, Giacomo" userId="1fb58766-645b-4d75-8656-0ac9c3a926ff" providerId="ADAL" clId="{0CF7003A-B912-46BD-8A46-68D086FF1ED7}" dt="2026-04-24T15:50:27.420" v="1205" actId="571"/>
          <ac:spMkLst>
            <pc:docMk/>
            <pc:sldMk cId="3124425891" sldId="709"/>
            <ac:spMk id="16" creationId="{6CFA9C23-DFA9-DE47-6F3A-DFF301BD4A01}"/>
          </ac:spMkLst>
        </pc:spChg>
        <pc:spChg chg="add mod">
          <ac:chgData name="Lequio, Giacomo" userId="1fb58766-645b-4d75-8656-0ac9c3a926ff" providerId="ADAL" clId="{0CF7003A-B912-46BD-8A46-68D086FF1ED7}" dt="2026-04-24T16:05:40.325" v="1241" actId="404"/>
          <ac:spMkLst>
            <pc:docMk/>
            <pc:sldMk cId="3124425891" sldId="709"/>
            <ac:spMk id="22" creationId="{4C2D196A-899A-FC4F-1E28-27DBFB930BC9}"/>
          </ac:spMkLst>
        </pc:spChg>
        <pc:spChg chg="mod">
          <ac:chgData name="Lequio, Giacomo" userId="1fb58766-645b-4d75-8656-0ac9c3a926ff" providerId="ADAL" clId="{0CF7003A-B912-46BD-8A46-68D086FF1ED7}" dt="2026-04-24T15:50:27.420" v="1205" actId="571"/>
          <ac:spMkLst>
            <pc:docMk/>
            <pc:sldMk cId="3124425891" sldId="709"/>
            <ac:spMk id="116" creationId="{2550951D-A4FF-316A-1F67-DEA9AC46853C}"/>
          </ac:spMkLst>
        </pc:spChg>
        <pc:spChg chg="mod">
          <ac:chgData name="Lequio, Giacomo" userId="1fb58766-645b-4d75-8656-0ac9c3a926ff" providerId="ADAL" clId="{0CF7003A-B912-46BD-8A46-68D086FF1ED7}" dt="2026-04-24T15:50:27.420" v="1205" actId="571"/>
          <ac:spMkLst>
            <pc:docMk/>
            <pc:sldMk cId="3124425891" sldId="709"/>
            <ac:spMk id="117" creationId="{EB94061E-0EB7-6372-C039-1C0E765D82D4}"/>
          </ac:spMkLst>
        </pc:spChg>
        <pc:grpChg chg="mod">
          <ac:chgData name="Lequio, Giacomo" userId="1fb58766-645b-4d75-8656-0ac9c3a926ff" providerId="ADAL" clId="{0CF7003A-B912-46BD-8A46-68D086FF1ED7}" dt="2026-04-24T15:50:27.420" v="1205" actId="571"/>
          <ac:grpSpMkLst>
            <pc:docMk/>
            <pc:sldMk cId="3124425891" sldId="709"/>
            <ac:grpSpMk id="138" creationId="{2057BA11-698F-CA19-D224-BFC4A9FD4B48}"/>
          </ac:grpSpMkLst>
        </pc:grpChg>
        <pc:grpChg chg="mod">
          <ac:chgData name="Lequio, Giacomo" userId="1fb58766-645b-4d75-8656-0ac9c3a926ff" providerId="ADAL" clId="{0CF7003A-B912-46BD-8A46-68D086FF1ED7}" dt="2026-04-24T15:50:12.521" v="1196" actId="1076"/>
          <ac:grpSpMkLst>
            <pc:docMk/>
            <pc:sldMk cId="3124425891" sldId="709"/>
            <ac:grpSpMk id="139" creationId="{39EE1F1F-A9DB-7750-DF26-34A9EA926B6F}"/>
          </ac:grpSpMkLst>
        </pc:grpChg>
        <pc:graphicFrameChg chg="mod modGraphic">
          <ac:chgData name="Lequio, Giacomo" userId="1fb58766-645b-4d75-8656-0ac9c3a926ff" providerId="ADAL" clId="{0CF7003A-B912-46BD-8A46-68D086FF1ED7}" dt="2026-04-24T15:48:04.992" v="1140" actId="20577"/>
          <ac:graphicFrameMkLst>
            <pc:docMk/>
            <pc:sldMk cId="3124425891" sldId="709"/>
            <ac:graphicFrameMk id="113" creationId="{6D7CF477-DAF9-1AB4-C15B-7501DEC729C7}"/>
          </ac:graphicFrameMkLst>
        </pc:graphicFrameChg>
        <pc:cxnChg chg="add del mod">
          <ac:chgData name="Lequio, Giacomo" userId="1fb58766-645b-4d75-8656-0ac9c3a926ff" providerId="ADAL" clId="{0CF7003A-B912-46BD-8A46-68D086FF1ED7}" dt="2026-04-24T15:50:17.944" v="1199" actId="478"/>
          <ac:cxnSpMkLst>
            <pc:docMk/>
            <pc:sldMk cId="3124425891" sldId="709"/>
            <ac:cxnSpMk id="15" creationId="{CC3DAEB0-6C00-2ABA-29DD-3FF06853CCCC}"/>
          </ac:cxnSpMkLst>
        </pc:cxnChg>
        <pc:cxnChg chg="mod">
          <ac:chgData name="Lequio, Giacomo" userId="1fb58766-645b-4d75-8656-0ac9c3a926ff" providerId="ADAL" clId="{0CF7003A-B912-46BD-8A46-68D086FF1ED7}" dt="2026-04-24T15:50:14.491" v="1197" actId="1076"/>
          <ac:cxnSpMkLst>
            <pc:docMk/>
            <pc:sldMk cId="3124425891" sldId="709"/>
            <ac:cxnSpMk id="136" creationId="{EB199D2C-193A-C0CF-ED20-3E5890AE60B5}"/>
          </ac:cxnSpMkLst>
        </pc:cxnChg>
      </pc:sldChg>
      <pc:sldChg chg="del">
        <pc:chgData name="Lequio, Giacomo" userId="1fb58766-645b-4d75-8656-0ac9c3a926ff" providerId="ADAL" clId="{0CF7003A-B912-46BD-8A46-68D086FF1ED7}" dt="2026-04-24T16:13:53.809" v="1399" actId="47"/>
        <pc:sldMkLst>
          <pc:docMk/>
          <pc:sldMk cId="3991675714" sldId="710"/>
        </pc:sldMkLst>
      </pc:sldChg>
      <pc:sldChg chg="modSp mod">
        <pc:chgData name="Lequio, Giacomo" userId="1fb58766-645b-4d75-8656-0ac9c3a926ff" providerId="ADAL" clId="{0CF7003A-B912-46BD-8A46-68D086FF1ED7}" dt="2026-04-24T15:47:32.328" v="1111" actId="20577"/>
        <pc:sldMkLst>
          <pc:docMk/>
          <pc:sldMk cId="1191233248" sldId="724"/>
        </pc:sldMkLst>
        <pc:graphicFrameChg chg="modGraphic">
          <ac:chgData name="Lequio, Giacomo" userId="1fb58766-645b-4d75-8656-0ac9c3a926ff" providerId="ADAL" clId="{0CF7003A-B912-46BD-8A46-68D086FF1ED7}" dt="2026-04-24T15:47:32.328" v="1111" actId="20577"/>
          <ac:graphicFrameMkLst>
            <pc:docMk/>
            <pc:sldMk cId="1191233248" sldId="724"/>
            <ac:graphicFrameMk id="6" creationId="{E326EFDF-E8C5-913E-47C2-2411B659CED4}"/>
          </ac:graphicFrameMkLst>
        </pc:graphicFrameChg>
        <pc:graphicFrameChg chg="mod modGraphic">
          <ac:chgData name="Lequio, Giacomo" userId="1fb58766-645b-4d75-8656-0ac9c3a926ff" providerId="ADAL" clId="{0CF7003A-B912-46BD-8A46-68D086FF1ED7}" dt="2026-04-24T15:47:17.140" v="1086" actId="20577"/>
          <ac:graphicFrameMkLst>
            <pc:docMk/>
            <pc:sldMk cId="1191233248" sldId="724"/>
            <ac:graphicFrameMk id="44" creationId="{E0CB1CF8-0A11-9DFE-E2A6-6BA247D260F9}"/>
          </ac:graphicFrameMkLst>
        </pc:graphicFrameChg>
      </pc:sldChg>
      <pc:sldChg chg="delSp modSp mod">
        <pc:chgData name="Lequio, Giacomo" userId="1fb58766-645b-4d75-8656-0ac9c3a926ff" providerId="ADAL" clId="{0CF7003A-B912-46BD-8A46-68D086FF1ED7}" dt="2026-04-24T15:45:08.422" v="931" actId="14100"/>
        <pc:sldMkLst>
          <pc:docMk/>
          <pc:sldMk cId="3686066521" sldId="754"/>
        </pc:sldMkLst>
        <pc:spChg chg="mod">
          <ac:chgData name="Lequio, Giacomo" userId="1fb58766-645b-4d75-8656-0ac9c3a926ff" providerId="ADAL" clId="{0CF7003A-B912-46BD-8A46-68D086FF1ED7}" dt="2026-04-23T16:20:34.684" v="284" actId="1076"/>
          <ac:spMkLst>
            <pc:docMk/>
            <pc:sldMk cId="3686066521" sldId="754"/>
            <ac:spMk id="11" creationId="{D363CE0C-2BA7-9017-0156-5A1642BDC27D}"/>
          </ac:spMkLst>
        </pc:spChg>
        <pc:spChg chg="mod">
          <ac:chgData name="Lequio, Giacomo" userId="1fb58766-645b-4d75-8656-0ac9c3a926ff" providerId="ADAL" clId="{0CF7003A-B912-46BD-8A46-68D086FF1ED7}" dt="2026-04-23T16:20:34.684" v="284" actId="1076"/>
          <ac:spMkLst>
            <pc:docMk/>
            <pc:sldMk cId="3686066521" sldId="754"/>
            <ac:spMk id="16" creationId="{D05CF793-DCD5-5909-411A-BAF28012A6E1}"/>
          </ac:spMkLst>
        </pc:spChg>
        <pc:spChg chg="del">
          <ac:chgData name="Lequio, Giacomo" userId="1fb58766-645b-4d75-8656-0ac9c3a926ff" providerId="ADAL" clId="{0CF7003A-B912-46BD-8A46-68D086FF1ED7}" dt="2026-04-23T16:20:28.800" v="283" actId="478"/>
          <ac:spMkLst>
            <pc:docMk/>
            <pc:sldMk cId="3686066521" sldId="754"/>
            <ac:spMk id="46" creationId="{4A2FE45D-D738-5EA6-CB6B-78A9346D19D9}"/>
          </ac:spMkLst>
        </pc:spChg>
        <pc:spChg chg="del">
          <ac:chgData name="Lequio, Giacomo" userId="1fb58766-645b-4d75-8656-0ac9c3a926ff" providerId="ADAL" clId="{0CF7003A-B912-46BD-8A46-68D086FF1ED7}" dt="2026-04-23T16:20:27.518" v="282" actId="478"/>
          <ac:spMkLst>
            <pc:docMk/>
            <pc:sldMk cId="3686066521" sldId="754"/>
            <ac:spMk id="48" creationId="{CCA21D23-9B9D-CAEA-B42E-FBD5F6187F90}"/>
          </ac:spMkLst>
        </pc:spChg>
        <pc:graphicFrameChg chg="mod modGraphic">
          <ac:chgData name="Lequio, Giacomo" userId="1fb58766-645b-4d75-8656-0ac9c3a926ff" providerId="ADAL" clId="{0CF7003A-B912-46BD-8A46-68D086FF1ED7}" dt="2026-04-24T15:45:08.422" v="931" actId="14100"/>
          <ac:graphicFrameMkLst>
            <pc:docMk/>
            <pc:sldMk cId="3686066521" sldId="754"/>
            <ac:graphicFrameMk id="22" creationId="{D36EEB57-701C-57CA-DC8E-47EE543E6685}"/>
          </ac:graphicFrameMkLst>
        </pc:graphicFrameChg>
        <pc:graphicFrameChg chg="mod modGraphic">
          <ac:chgData name="Lequio, Giacomo" userId="1fb58766-645b-4d75-8656-0ac9c3a926ff" providerId="ADAL" clId="{0CF7003A-B912-46BD-8A46-68D086FF1ED7}" dt="2026-04-24T15:45:05.566" v="930" actId="14100"/>
          <ac:graphicFrameMkLst>
            <pc:docMk/>
            <pc:sldMk cId="3686066521" sldId="754"/>
            <ac:graphicFrameMk id="36" creationId="{2C09A2A4-40C8-6E93-284F-BCC5B36CF9F7}"/>
          </ac:graphicFrameMkLst>
        </pc:graphicFrameChg>
      </pc:sldChg>
      <pc:sldChg chg="delSp modSp mod">
        <pc:chgData name="Lequio, Giacomo" userId="1fb58766-645b-4d75-8656-0ac9c3a926ff" providerId="ADAL" clId="{0CF7003A-B912-46BD-8A46-68D086FF1ED7}" dt="2026-04-24T15:45:20.550" v="935"/>
        <pc:sldMkLst>
          <pc:docMk/>
          <pc:sldMk cId="3418115675" sldId="757"/>
        </pc:sldMkLst>
        <pc:spChg chg="mod">
          <ac:chgData name="Lequio, Giacomo" userId="1fb58766-645b-4d75-8656-0ac9c3a926ff" providerId="ADAL" clId="{0CF7003A-B912-46BD-8A46-68D086FF1ED7}" dt="2026-04-23T16:20:19.315" v="281" actId="1076"/>
          <ac:spMkLst>
            <pc:docMk/>
            <pc:sldMk cId="3418115675" sldId="757"/>
            <ac:spMk id="11" creationId="{69590547-A84E-C539-B1C7-A455F47CBB2F}"/>
          </ac:spMkLst>
        </pc:spChg>
        <pc:spChg chg="mod">
          <ac:chgData name="Lequio, Giacomo" userId="1fb58766-645b-4d75-8656-0ac9c3a926ff" providerId="ADAL" clId="{0CF7003A-B912-46BD-8A46-68D086FF1ED7}" dt="2026-04-23T16:20:19.315" v="281" actId="1076"/>
          <ac:spMkLst>
            <pc:docMk/>
            <pc:sldMk cId="3418115675" sldId="757"/>
            <ac:spMk id="16" creationId="{6ADB5C6B-2F88-6A96-54BA-054908F56025}"/>
          </ac:spMkLst>
        </pc:spChg>
        <pc:spChg chg="mod">
          <ac:chgData name="Lequio, Giacomo" userId="1fb58766-645b-4d75-8656-0ac9c3a926ff" providerId="ADAL" clId="{0CF7003A-B912-46BD-8A46-68D086FF1ED7}" dt="2026-04-24T15:44:33.043" v="915" actId="1035"/>
          <ac:spMkLst>
            <pc:docMk/>
            <pc:sldMk cId="3418115675" sldId="757"/>
            <ac:spMk id="23" creationId="{3CD3E7F8-9932-C12B-0449-8301573AB9D8}"/>
          </ac:spMkLst>
        </pc:spChg>
        <pc:spChg chg="del mod">
          <ac:chgData name="Lequio, Giacomo" userId="1fb58766-645b-4d75-8656-0ac9c3a926ff" providerId="ADAL" clId="{0CF7003A-B912-46BD-8A46-68D086FF1ED7}" dt="2026-04-23T16:20:08.329" v="280" actId="478"/>
          <ac:spMkLst>
            <pc:docMk/>
            <pc:sldMk cId="3418115675" sldId="757"/>
            <ac:spMk id="46" creationId="{281EE895-9EE3-BE03-4A1F-0D59051D8709}"/>
          </ac:spMkLst>
        </pc:spChg>
        <pc:spChg chg="del">
          <ac:chgData name="Lequio, Giacomo" userId="1fb58766-645b-4d75-8656-0ac9c3a926ff" providerId="ADAL" clId="{0CF7003A-B912-46BD-8A46-68D086FF1ED7}" dt="2026-04-23T16:20:05.846" v="278" actId="478"/>
          <ac:spMkLst>
            <pc:docMk/>
            <pc:sldMk cId="3418115675" sldId="757"/>
            <ac:spMk id="48" creationId="{1BF4DCD2-DE9F-DDE7-637E-B89D1CB54125}"/>
          </ac:spMkLst>
        </pc:spChg>
        <pc:graphicFrameChg chg="mod modGraphic">
          <ac:chgData name="Lequio, Giacomo" userId="1fb58766-645b-4d75-8656-0ac9c3a926ff" providerId="ADAL" clId="{0CF7003A-B912-46BD-8A46-68D086FF1ED7}" dt="2026-04-24T15:45:14.854" v="933" actId="14100"/>
          <ac:graphicFrameMkLst>
            <pc:docMk/>
            <pc:sldMk cId="3418115675" sldId="757"/>
            <ac:graphicFrameMk id="22" creationId="{1449C0BD-1A8C-F897-0031-EA1E317CA2A5}"/>
          </ac:graphicFrameMkLst>
        </pc:graphicFrameChg>
        <pc:graphicFrameChg chg="mod modGraphic">
          <ac:chgData name="Lequio, Giacomo" userId="1fb58766-645b-4d75-8656-0ac9c3a926ff" providerId="ADAL" clId="{0CF7003A-B912-46BD-8A46-68D086FF1ED7}" dt="2026-04-24T15:45:20.550" v="935"/>
          <ac:graphicFrameMkLst>
            <pc:docMk/>
            <pc:sldMk cId="3418115675" sldId="757"/>
            <ac:graphicFrameMk id="36" creationId="{78DD5AF9-4179-EBF3-6EB6-88B6249D1FAF}"/>
          </ac:graphicFrameMkLst>
        </pc:graphicFrameChg>
      </pc:sldChg>
      <pc:sldChg chg="addSp delSp modSp mod">
        <pc:chgData name="Lequio, Giacomo" userId="1fb58766-645b-4d75-8656-0ac9c3a926ff" providerId="ADAL" clId="{0CF7003A-B912-46BD-8A46-68D086FF1ED7}" dt="2026-04-24T16:06:07.514" v="1245"/>
        <pc:sldMkLst>
          <pc:docMk/>
          <pc:sldMk cId="3978701134" sldId="760"/>
        </pc:sldMkLst>
        <pc:spChg chg="mod">
          <ac:chgData name="Lequio, Giacomo" userId="1fb58766-645b-4d75-8656-0ac9c3a926ff" providerId="ADAL" clId="{0CF7003A-B912-46BD-8A46-68D086FF1ED7}" dt="2026-04-23T16:25:50.328" v="337" actId="1038"/>
          <ac:spMkLst>
            <pc:docMk/>
            <pc:sldMk cId="3978701134" sldId="760"/>
            <ac:spMk id="106" creationId="{C6840104-B17D-A3E6-1FBD-F8EFEA84B5E8}"/>
          </ac:spMkLst>
        </pc:spChg>
        <pc:spChg chg="mod">
          <ac:chgData name="Lequio, Giacomo" userId="1fb58766-645b-4d75-8656-0ac9c3a926ff" providerId="ADAL" clId="{0CF7003A-B912-46BD-8A46-68D086FF1ED7}" dt="2026-04-23T16:25:50.328" v="337" actId="1038"/>
          <ac:spMkLst>
            <pc:docMk/>
            <pc:sldMk cId="3978701134" sldId="760"/>
            <ac:spMk id="107" creationId="{0073D92B-0E25-2901-ADDA-0684C794F5F3}"/>
          </ac:spMkLst>
        </pc:spChg>
        <pc:spChg chg="del">
          <ac:chgData name="Lequio, Giacomo" userId="1fb58766-645b-4d75-8656-0ac9c3a926ff" providerId="ADAL" clId="{0CF7003A-B912-46BD-8A46-68D086FF1ED7}" dt="2026-04-23T16:25:25.194" v="289" actId="478"/>
          <ac:spMkLst>
            <pc:docMk/>
            <pc:sldMk cId="3978701134" sldId="760"/>
            <ac:spMk id="116" creationId="{B90AA87E-FB5E-135B-800B-E4B9782B0ECE}"/>
          </ac:spMkLst>
        </pc:spChg>
        <pc:spChg chg="del">
          <ac:chgData name="Lequio, Giacomo" userId="1fb58766-645b-4d75-8656-0ac9c3a926ff" providerId="ADAL" clId="{0CF7003A-B912-46BD-8A46-68D086FF1ED7}" dt="2026-04-23T16:25:24.329" v="288" actId="478"/>
          <ac:spMkLst>
            <pc:docMk/>
            <pc:sldMk cId="3978701134" sldId="760"/>
            <ac:spMk id="117" creationId="{AD1D33CE-B429-1CF1-1BC9-1A28F18C5BB0}"/>
          </ac:spMkLst>
        </pc:spChg>
        <pc:spChg chg="add del">
          <ac:chgData name="Lequio, Giacomo" userId="1fb58766-645b-4d75-8656-0ac9c3a926ff" providerId="ADAL" clId="{0CF7003A-B912-46BD-8A46-68D086FF1ED7}" dt="2026-04-24T16:05:39.668" v="1240" actId="478"/>
          <ac:spMkLst>
            <pc:docMk/>
            <pc:sldMk cId="3978701134" sldId="760"/>
            <ac:spMk id="127" creationId="{71BB352D-DE7E-08CB-A36C-AD400755FEDA}"/>
          </ac:spMkLst>
        </pc:spChg>
        <pc:spChg chg="add del">
          <ac:chgData name="Lequio, Giacomo" userId="1fb58766-645b-4d75-8656-0ac9c3a926ff" providerId="ADAL" clId="{0CF7003A-B912-46BD-8A46-68D086FF1ED7}" dt="2026-04-24T16:05:39.668" v="1240" actId="478"/>
          <ac:spMkLst>
            <pc:docMk/>
            <pc:sldMk cId="3978701134" sldId="760"/>
            <ac:spMk id="128" creationId="{B968C722-F7BD-3881-5A29-E9C8F8BA364E}"/>
          </ac:spMkLst>
        </pc:spChg>
        <pc:graphicFrameChg chg="add del mod modGraphic">
          <ac:chgData name="Lequio, Giacomo" userId="1fb58766-645b-4d75-8656-0ac9c3a926ff" providerId="ADAL" clId="{0CF7003A-B912-46BD-8A46-68D086FF1ED7}" dt="2026-04-24T16:06:03.141" v="1243"/>
          <ac:graphicFrameMkLst>
            <pc:docMk/>
            <pc:sldMk cId="3978701134" sldId="760"/>
            <ac:graphicFrameMk id="126" creationId="{7800095F-E2EF-7783-6569-1C058BEC88EA}"/>
          </ac:graphicFrameMkLst>
        </pc:graphicFrameChg>
        <pc:graphicFrameChg chg="add del mod modGraphic">
          <ac:chgData name="Lequio, Giacomo" userId="1fb58766-645b-4d75-8656-0ac9c3a926ff" providerId="ADAL" clId="{0CF7003A-B912-46BD-8A46-68D086FF1ED7}" dt="2026-04-24T16:06:07.514" v="1245"/>
          <ac:graphicFrameMkLst>
            <pc:docMk/>
            <pc:sldMk cId="3978701134" sldId="760"/>
            <ac:graphicFrameMk id="129" creationId="{F05D0BE7-A47E-DAE2-E2DB-9641D5D96C0B}"/>
          </ac:graphicFrameMkLst>
        </pc:graphicFrameChg>
      </pc:sldChg>
      <pc:sldChg chg="addSp delSp modSp mod">
        <pc:chgData name="Lequio, Giacomo" userId="1fb58766-645b-4d75-8656-0ac9c3a926ff" providerId="ADAL" clId="{0CF7003A-B912-46BD-8A46-68D086FF1ED7}" dt="2026-04-24T16:10:23.434" v="1386"/>
        <pc:sldMkLst>
          <pc:docMk/>
          <pc:sldMk cId="444119355" sldId="761"/>
        </pc:sldMkLst>
        <pc:spChg chg="add mod">
          <ac:chgData name="Lequio, Giacomo" userId="1fb58766-645b-4d75-8656-0ac9c3a926ff" providerId="ADAL" clId="{0CF7003A-B912-46BD-8A46-68D086FF1ED7}" dt="2026-04-24T16:10:23.434" v="1386"/>
          <ac:spMkLst>
            <pc:docMk/>
            <pc:sldMk cId="444119355" sldId="761"/>
            <ac:spMk id="20" creationId="{1CEDAD59-ECB4-AA35-BA28-31A730382273}"/>
          </ac:spMkLst>
        </pc:spChg>
        <pc:spChg chg="add mod">
          <ac:chgData name="Lequio, Giacomo" userId="1fb58766-645b-4d75-8656-0ac9c3a926ff" providerId="ADAL" clId="{0CF7003A-B912-46BD-8A46-68D086FF1ED7}" dt="2026-04-24T16:10:23.434" v="1386"/>
          <ac:spMkLst>
            <pc:docMk/>
            <pc:sldMk cId="444119355" sldId="761"/>
            <ac:spMk id="21" creationId="{59689E03-301F-214D-C3D8-29E816064BE7}"/>
          </ac:spMkLst>
        </pc:spChg>
        <pc:spChg chg="mod">
          <ac:chgData name="Lequio, Giacomo" userId="1fb58766-645b-4d75-8656-0ac9c3a926ff" providerId="ADAL" clId="{0CF7003A-B912-46BD-8A46-68D086FF1ED7}" dt="2026-04-23T16:25:19.493" v="287" actId="1076"/>
          <ac:spMkLst>
            <pc:docMk/>
            <pc:sldMk cId="444119355" sldId="761"/>
            <ac:spMk id="106" creationId="{EABFA68B-3189-6BD4-6950-0A3B985F7664}"/>
          </ac:spMkLst>
        </pc:spChg>
        <pc:spChg chg="mod">
          <ac:chgData name="Lequio, Giacomo" userId="1fb58766-645b-4d75-8656-0ac9c3a926ff" providerId="ADAL" clId="{0CF7003A-B912-46BD-8A46-68D086FF1ED7}" dt="2026-04-23T16:25:19.493" v="287" actId="1076"/>
          <ac:spMkLst>
            <pc:docMk/>
            <pc:sldMk cId="444119355" sldId="761"/>
            <ac:spMk id="107" creationId="{74F8707C-C512-7CB9-2E7E-84DCB857FB90}"/>
          </ac:spMkLst>
        </pc:spChg>
        <pc:spChg chg="del">
          <ac:chgData name="Lequio, Giacomo" userId="1fb58766-645b-4d75-8656-0ac9c3a926ff" providerId="ADAL" clId="{0CF7003A-B912-46BD-8A46-68D086FF1ED7}" dt="2026-04-23T16:24:26.939" v="286" actId="478"/>
          <ac:spMkLst>
            <pc:docMk/>
            <pc:sldMk cId="444119355" sldId="761"/>
            <ac:spMk id="116" creationId="{236EB006-B05F-6A74-66B1-E1C189FF6248}"/>
          </ac:spMkLst>
        </pc:spChg>
        <pc:spChg chg="del">
          <ac:chgData name="Lequio, Giacomo" userId="1fb58766-645b-4d75-8656-0ac9c3a926ff" providerId="ADAL" clId="{0CF7003A-B912-46BD-8A46-68D086FF1ED7}" dt="2026-04-23T16:24:25.634" v="285" actId="478"/>
          <ac:spMkLst>
            <pc:docMk/>
            <pc:sldMk cId="444119355" sldId="761"/>
            <ac:spMk id="117" creationId="{EF45D52D-9599-DBA5-4281-1C7754E56C74}"/>
          </ac:spMkLst>
        </pc:spChg>
        <pc:spChg chg="add del">
          <ac:chgData name="Lequio, Giacomo" userId="1fb58766-645b-4d75-8656-0ac9c3a926ff" providerId="ADAL" clId="{0CF7003A-B912-46BD-8A46-68D086FF1ED7}" dt="2026-04-24T16:10:23.102" v="1385" actId="478"/>
          <ac:spMkLst>
            <pc:docMk/>
            <pc:sldMk cId="444119355" sldId="761"/>
            <ac:spMk id="127" creationId="{579CC0B3-CD3A-7A6B-A214-210C742069A1}"/>
          </ac:spMkLst>
        </pc:spChg>
        <pc:spChg chg="add del">
          <ac:chgData name="Lequio, Giacomo" userId="1fb58766-645b-4d75-8656-0ac9c3a926ff" providerId="ADAL" clId="{0CF7003A-B912-46BD-8A46-68D086FF1ED7}" dt="2026-04-24T16:10:23.102" v="1385" actId="478"/>
          <ac:spMkLst>
            <pc:docMk/>
            <pc:sldMk cId="444119355" sldId="761"/>
            <ac:spMk id="128" creationId="{8C9AAEF6-057E-A30D-6E25-97D4C2CDFFD1}"/>
          </ac:spMkLst>
        </pc:spChg>
        <pc:graphicFrameChg chg="add mod">
          <ac:chgData name="Lequio, Giacomo" userId="1fb58766-645b-4d75-8656-0ac9c3a926ff" providerId="ADAL" clId="{0CF7003A-B912-46BD-8A46-68D086FF1ED7}" dt="2026-04-24T16:10:23.434" v="1386"/>
          <ac:graphicFrameMkLst>
            <pc:docMk/>
            <pc:sldMk cId="444119355" sldId="761"/>
            <ac:graphicFrameMk id="17" creationId="{6F9B2ED2-D569-CCCC-28A5-C4F83D80C553}"/>
          </ac:graphicFrameMkLst>
        </pc:graphicFrameChg>
        <pc:graphicFrameChg chg="add mod">
          <ac:chgData name="Lequio, Giacomo" userId="1fb58766-645b-4d75-8656-0ac9c3a926ff" providerId="ADAL" clId="{0CF7003A-B912-46BD-8A46-68D086FF1ED7}" dt="2026-04-24T16:10:23.434" v="1386"/>
          <ac:graphicFrameMkLst>
            <pc:docMk/>
            <pc:sldMk cId="444119355" sldId="761"/>
            <ac:graphicFrameMk id="22" creationId="{33F0CC19-BA48-0157-CE53-0E4B57042BF8}"/>
          </ac:graphicFrameMkLst>
        </pc:graphicFrameChg>
        <pc:graphicFrameChg chg="add del">
          <ac:chgData name="Lequio, Giacomo" userId="1fb58766-645b-4d75-8656-0ac9c3a926ff" providerId="ADAL" clId="{0CF7003A-B912-46BD-8A46-68D086FF1ED7}" dt="2026-04-24T16:10:23.102" v="1385" actId="478"/>
          <ac:graphicFrameMkLst>
            <pc:docMk/>
            <pc:sldMk cId="444119355" sldId="761"/>
            <ac:graphicFrameMk id="126" creationId="{0BBF0A22-B3FD-E0FD-8D14-DD06B9E0C346}"/>
          </ac:graphicFrameMkLst>
        </pc:graphicFrameChg>
        <pc:graphicFrameChg chg="add del">
          <ac:chgData name="Lequio, Giacomo" userId="1fb58766-645b-4d75-8656-0ac9c3a926ff" providerId="ADAL" clId="{0CF7003A-B912-46BD-8A46-68D086FF1ED7}" dt="2026-04-24T16:10:23.102" v="1385" actId="478"/>
          <ac:graphicFrameMkLst>
            <pc:docMk/>
            <pc:sldMk cId="444119355" sldId="761"/>
            <ac:graphicFrameMk id="129" creationId="{A03643BF-7BA7-6C8F-1116-813795F55F54}"/>
          </ac:graphicFrameMkLst>
        </pc:graphicFrameChg>
      </pc:sldChg>
      <pc:sldChg chg="addSp delSp modSp mod">
        <pc:chgData name="Lequio, Giacomo" userId="1fb58766-645b-4d75-8656-0ac9c3a926ff" providerId="ADAL" clId="{0CF7003A-B912-46BD-8A46-68D086FF1ED7}" dt="2026-04-24T16:12:30.511" v="1390"/>
        <pc:sldMkLst>
          <pc:docMk/>
          <pc:sldMk cId="3569735427" sldId="793"/>
        </pc:sldMkLst>
        <pc:spChg chg="add 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12" creationId="{2898FCD1-5086-0861-2259-B9E629B5C2E1}"/>
          </ac:spMkLst>
        </pc:spChg>
        <pc:spChg chg="add 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15" creationId="{7F8882A6-134A-2B89-EF9E-1614184084FD}"/>
          </ac:spMkLst>
        </pc:spChg>
        <pc:spChg chg="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17" creationId="{5A4CDD1D-79DE-ADBC-2DEC-F8AEE746ABD8}"/>
          </ac:spMkLst>
        </pc:spChg>
        <pc:spChg chg="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20" creationId="{FAAA8262-977C-A199-ED5D-55ED6C110B93}"/>
          </ac:spMkLst>
        </pc:spChg>
        <pc:spChg chg="add 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22" creationId="{3E088169-EF15-1A50-95E0-7C65DDE1785C}"/>
          </ac:spMkLst>
        </pc:spChg>
        <pc:spChg chg="add 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36" creationId="{143A83EF-E872-F1E1-761E-E8ED313FCF97}"/>
          </ac:spMkLst>
        </pc:spChg>
        <pc:spChg chg="add 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38" creationId="{F7DEC822-99F8-75C6-4A29-932348BC2494}"/>
          </ac:spMkLst>
        </pc:spChg>
        <pc:spChg chg="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40" creationId="{31A9AE26-5438-35E5-9704-B4BD211B7FEC}"/>
          </ac:spMkLst>
        </pc:spChg>
        <pc:spChg chg="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48" creationId="{B1585B41-D0CB-5C2B-DEDA-99C471369F6D}"/>
          </ac:spMkLst>
        </pc:spChg>
        <pc:spChg chg="mod">
          <ac:chgData name="Lequio, Giacomo" userId="1fb58766-645b-4d75-8656-0ac9c3a926ff" providerId="ADAL" clId="{0CF7003A-B912-46BD-8A46-68D086FF1ED7}" dt="2026-04-24T16:12:30.511" v="1390"/>
          <ac:spMkLst>
            <pc:docMk/>
            <pc:sldMk cId="3569735427" sldId="793"/>
            <ac:spMk id="49" creationId="{05BF01F6-342A-BE60-9F1B-0659C941968B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57" creationId="{205E270F-F97D-27A3-0FEA-C91C14E8276C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60" creationId="{C02035BA-4E3B-BC6B-D744-03FFA38B92D0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66" creationId="{8244CD88-B49C-ED7D-9677-58B2C7EA85F4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1" creationId="{D9BD0FE7-4179-60E9-3697-51598D44A892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2" creationId="{1DDAE7DF-8873-0E45-7B3F-5218D755B09B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3" creationId="{E0E3232A-A108-4F03-DA14-62E7785A314D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4" creationId="{987DB213-D16C-6D41-98ED-8B0AC402B9BB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5" creationId="{5AD205BE-3F81-220F-0083-34F0D70AB82A}"/>
          </ac:spMkLst>
        </pc:spChg>
        <pc:spChg chg="del">
          <ac:chgData name="Lequio, Giacomo" userId="1fb58766-645b-4d75-8656-0ac9c3a926ff" providerId="ADAL" clId="{0CF7003A-B912-46BD-8A46-68D086FF1ED7}" dt="2026-04-24T16:12:30.132" v="1389" actId="478"/>
          <ac:spMkLst>
            <pc:docMk/>
            <pc:sldMk cId="3569735427" sldId="793"/>
            <ac:spMk id="176" creationId="{CB65EB22-F876-5C8E-3425-31776CB38CD8}"/>
          </ac:spMkLst>
        </pc:spChg>
        <pc:grpChg chg="del">
          <ac:chgData name="Lequio, Giacomo" userId="1fb58766-645b-4d75-8656-0ac9c3a926ff" providerId="ADAL" clId="{0CF7003A-B912-46BD-8A46-68D086FF1ED7}" dt="2026-04-24T16:12:30.132" v="1389" actId="478"/>
          <ac:grpSpMkLst>
            <pc:docMk/>
            <pc:sldMk cId="3569735427" sldId="793"/>
            <ac:grpSpMk id="167" creationId="{9E00852D-4D55-9CEF-ED46-1B7EC42AFC2B}"/>
          </ac:grpSpMkLst>
        </pc:grpChg>
      </pc:sldChg>
      <pc:sldChg chg="addSp delSp modSp mod">
        <pc:chgData name="Lequio, Giacomo" userId="1fb58766-645b-4d75-8656-0ac9c3a926ff" providerId="ADAL" clId="{0CF7003A-B912-46BD-8A46-68D086FF1ED7}" dt="2026-04-24T16:19:46.077" v="1414" actId="478"/>
        <pc:sldMkLst>
          <pc:docMk/>
          <pc:sldMk cId="172219841" sldId="794"/>
        </pc:sldMkLst>
        <pc:spChg chg="del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21" creationId="{059777E9-9A00-2CF1-008E-051EF915B7E1}"/>
          </ac:spMkLst>
        </pc:spChg>
        <pc:spChg chg="del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22" creationId="{DA16CCEA-FEB8-A583-0803-2FEFE7F752B0}"/>
          </ac:spMkLst>
        </pc:spChg>
        <pc:spChg chg="del">
          <ac:chgData name="Lequio, Giacomo" userId="1fb58766-645b-4d75-8656-0ac9c3a926ff" providerId="ADAL" clId="{0CF7003A-B912-46BD-8A46-68D086FF1ED7}" dt="2026-04-24T16:06:35.568" v="1248" actId="478"/>
          <ac:spMkLst>
            <pc:docMk/>
            <pc:sldMk cId="172219841" sldId="794"/>
            <ac:spMk id="25" creationId="{7B62C8FA-DFA8-0ED8-6E30-487A5EC60DF8}"/>
          </ac:spMkLst>
        </pc:spChg>
        <pc:spChg chg="del mod">
          <ac:chgData name="Lequio, Giacomo" userId="1fb58766-645b-4d75-8656-0ac9c3a926ff" providerId="ADAL" clId="{0CF7003A-B912-46BD-8A46-68D086FF1ED7}" dt="2026-04-24T16:06:35.568" v="1248" actId="478"/>
          <ac:spMkLst>
            <pc:docMk/>
            <pc:sldMk cId="172219841" sldId="794"/>
            <ac:spMk id="26" creationId="{E8F10BC8-CF3B-17A5-ECEA-16FA97496503}"/>
          </ac:spMkLst>
        </pc:spChg>
        <pc:spChg chg="del">
          <ac:chgData name="Lequio, Giacomo" userId="1fb58766-645b-4d75-8656-0ac9c3a926ff" providerId="ADAL" clId="{0CF7003A-B912-46BD-8A46-68D086FF1ED7}" dt="2026-04-24T16:06:33.587" v="1246" actId="478"/>
          <ac:spMkLst>
            <pc:docMk/>
            <pc:sldMk cId="172219841" sldId="794"/>
            <ac:spMk id="28" creationId="{52773803-308F-4FB1-F90A-05CD534ADFDD}"/>
          </ac:spMkLst>
        </pc:spChg>
        <pc:spChg chg="del">
          <ac:chgData name="Lequio, Giacomo" userId="1fb58766-645b-4d75-8656-0ac9c3a926ff" providerId="ADAL" clId="{0CF7003A-B912-46BD-8A46-68D086FF1ED7}" dt="2026-04-24T16:06:33.587" v="1246" actId="478"/>
          <ac:spMkLst>
            <pc:docMk/>
            <pc:sldMk cId="172219841" sldId="794"/>
            <ac:spMk id="29" creationId="{E89F1557-1B4B-295D-78FF-285638D33D5A}"/>
          </ac:spMkLst>
        </pc:spChg>
        <pc:spChg chg="del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30" creationId="{6E6EA398-9EB6-D073-FADE-4EB6DAA13B04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34" creationId="{4D9734AC-1D25-1C02-8FD2-C310B2F4683F}"/>
          </ac:spMkLst>
        </pc:spChg>
        <pc:spChg chg="add del mod">
          <ac:chgData name="Lequio, Giacomo" userId="1fb58766-645b-4d75-8656-0ac9c3a926ff" providerId="ADAL" clId="{0CF7003A-B912-46BD-8A46-68D086FF1ED7}" dt="2026-04-24T16:06:52.624" v="1250" actId="478"/>
          <ac:spMkLst>
            <pc:docMk/>
            <pc:sldMk cId="172219841" sldId="794"/>
            <ac:spMk id="35" creationId="{A5264DA6-317A-A8BC-13D0-7692331438D3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37" creationId="{D8D621DA-4E8F-CD40-AC71-1C5C8DCB456B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38" creationId="{E3CDE82A-4498-23A7-0D24-9B7CE9AC2037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39" creationId="{7D39DDAF-0A40-E08E-36C4-4FE953B40F12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40" creationId="{C8ECDA7E-5A90-50C8-8811-446AACB08F44}"/>
          </ac:spMkLst>
        </pc:spChg>
        <pc:spChg chg="add del mod">
          <ac:chgData name="Lequio, Giacomo" userId="1fb58766-645b-4d75-8656-0ac9c3a926ff" providerId="ADAL" clId="{0CF7003A-B912-46BD-8A46-68D086FF1ED7}" dt="2026-04-24T16:06:55.913" v="1251" actId="478"/>
          <ac:spMkLst>
            <pc:docMk/>
            <pc:sldMk cId="172219841" sldId="794"/>
            <ac:spMk id="41" creationId="{05619FEF-69D9-8A71-E81A-3C8392DBB253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42" creationId="{688DE017-30E1-8174-8938-9E4B74F761F8}"/>
          </ac:spMkLst>
        </pc:spChg>
        <pc:spChg chg="add del mod">
          <ac:chgData name="Lequio, Giacomo" userId="1fb58766-645b-4d75-8656-0ac9c3a926ff" providerId="ADAL" clId="{0CF7003A-B912-46BD-8A46-68D086FF1ED7}" dt="2026-04-24T16:19:43.427" v="1412" actId="478"/>
          <ac:spMkLst>
            <pc:docMk/>
            <pc:sldMk cId="172219841" sldId="794"/>
            <ac:spMk id="43" creationId="{C542B0A5-EBC6-2F71-100E-E02E170252F5}"/>
          </ac:spMkLst>
        </pc:spChg>
        <pc:spChg chg="add del mod">
          <ac:chgData name="Lequio, Giacomo" userId="1fb58766-645b-4d75-8656-0ac9c3a926ff" providerId="ADAL" clId="{0CF7003A-B912-46BD-8A46-68D086FF1ED7}" dt="2026-04-24T16:19:46.077" v="1414" actId="478"/>
          <ac:spMkLst>
            <pc:docMk/>
            <pc:sldMk cId="172219841" sldId="794"/>
            <ac:spMk id="44" creationId="{CAD911E7-0319-E3FB-C932-ACFCFFD04F59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45" creationId="{F374C5D9-06DF-5902-081E-5500EED65F3A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46" creationId="{D6E9A5EB-1627-A5F9-A7F4-7A3F9F16D2BB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47" creationId="{CE54DAD3-E1A4-81C7-B52F-C614A95A56B1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48" creationId="{7F1DD661-88ED-0494-BDEB-E843CEFEF6D3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49" creationId="{8005E8D3-4757-AE7D-6FE5-D4FA19D7D249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50" creationId="{82CF7D7A-C717-A767-ABA3-6C5B187E9551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51" creationId="{E49617D4-2116-3B56-8578-3F2DD923AD09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52" creationId="{AF89C60E-9CBD-EBCB-D5B8-A627D8FC7D74}"/>
          </ac:spMkLst>
        </pc:spChg>
        <pc:spChg chg="add mod">
          <ac:chgData name="Lequio, Giacomo" userId="1fb58766-645b-4d75-8656-0ac9c3a926ff" providerId="ADAL" clId="{0CF7003A-B912-46BD-8A46-68D086FF1ED7}" dt="2026-04-24T16:19:43.817" v="1413"/>
          <ac:spMkLst>
            <pc:docMk/>
            <pc:sldMk cId="172219841" sldId="794"/>
            <ac:spMk id="53" creationId="{2CD0B986-1251-A6E7-54FC-A10455C99D7B}"/>
          </ac:spMkLst>
        </pc:spChg>
      </pc:sldChg>
      <pc:sldChg chg="modSp mod">
        <pc:chgData name="Lequio, Giacomo" userId="1fb58766-645b-4d75-8656-0ac9c3a926ff" providerId="ADAL" clId="{0CF7003A-B912-46BD-8A46-68D086FF1ED7}" dt="2026-04-17T12:05:45.337" v="184" actId="313"/>
        <pc:sldMkLst>
          <pc:docMk/>
          <pc:sldMk cId="781204038" sldId="797"/>
        </pc:sldMkLst>
        <pc:spChg chg="mod">
          <ac:chgData name="Lequio, Giacomo" userId="1fb58766-645b-4d75-8656-0ac9c3a926ff" providerId="ADAL" clId="{0CF7003A-B912-46BD-8A46-68D086FF1ED7}" dt="2026-04-17T12:05:45.337" v="184" actId="313"/>
          <ac:spMkLst>
            <pc:docMk/>
            <pc:sldMk cId="781204038" sldId="797"/>
            <ac:spMk id="26" creationId="{9BED1CD3-3365-6E62-DB8A-3D0ECFDD49B3}"/>
          </ac:spMkLst>
        </pc:spChg>
        <pc:spChg chg="mod">
          <ac:chgData name="Lequio, Giacomo" userId="1fb58766-645b-4d75-8656-0ac9c3a926ff" providerId="ADAL" clId="{0CF7003A-B912-46BD-8A46-68D086FF1ED7}" dt="2026-04-17T12:04:43.276" v="152" actId="20577"/>
          <ac:spMkLst>
            <pc:docMk/>
            <pc:sldMk cId="781204038" sldId="797"/>
            <ac:spMk id="45" creationId="{094F4C52-3EB3-E856-C4A8-32C4DE3225B9}"/>
          </ac:spMkLst>
        </pc:spChg>
      </pc:sldChg>
      <pc:sldChg chg="modSp mod">
        <pc:chgData name="Lequio, Giacomo" userId="1fb58766-645b-4d75-8656-0ac9c3a926ff" providerId="ADAL" clId="{0CF7003A-B912-46BD-8A46-68D086FF1ED7}" dt="2026-04-17T12:05:46.109" v="185" actId="313"/>
        <pc:sldMkLst>
          <pc:docMk/>
          <pc:sldMk cId="2981358825" sldId="815"/>
        </pc:sldMkLst>
        <pc:spChg chg="mod">
          <ac:chgData name="Lequio, Giacomo" userId="1fb58766-645b-4d75-8656-0ac9c3a926ff" providerId="ADAL" clId="{0CF7003A-B912-46BD-8A46-68D086FF1ED7}" dt="2026-04-17T12:05:46.109" v="185" actId="313"/>
          <ac:spMkLst>
            <pc:docMk/>
            <pc:sldMk cId="2981358825" sldId="815"/>
            <ac:spMk id="35" creationId="{82D498CE-FAC2-6EEA-B4E4-37D2C8F072FA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2:21.684" v="1388"/>
        <pc:sldMkLst>
          <pc:docMk/>
          <pc:sldMk cId="2362076958" sldId="833"/>
        </pc:sldMkLst>
        <pc:spChg chg="add 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12" creationId="{027009AE-8F4B-E49E-BAB1-75BC7A31C13C}"/>
          </ac:spMkLst>
        </pc:spChg>
        <pc:spChg chg="add 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13" creationId="{DEA8C586-1C28-6145-BD56-19985C098EC1}"/>
          </ac:spMkLst>
        </pc:spChg>
        <pc:spChg chg="add 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23" creationId="{998BD46E-5FDB-AC06-4430-8A83452022CC}"/>
          </ac:spMkLst>
        </pc:spChg>
        <pc:spChg chg="add 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24" creationId="{13D48832-3C3E-2355-7073-C16BC6305A5C}"/>
          </ac:spMkLst>
        </pc:spChg>
        <pc:spChg chg="add 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38" creationId="{31F4DAC3-9E5B-74A9-0826-EF9AEB59396A}"/>
          </ac:spMkLst>
        </pc:spChg>
        <pc:spChg chg="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44" creationId="{23D3EE73-BE41-6EAE-5023-5EE241B8E0A1}"/>
          </ac:spMkLst>
        </pc:spChg>
        <pc:spChg chg="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45" creationId="{4D1BB2EA-5B11-F46B-EA0D-A56B29E4A859}"/>
          </ac:spMkLst>
        </pc:spChg>
        <pc:spChg chg="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48" creationId="{C459E741-EFE3-C829-1C32-94EB925A0228}"/>
          </ac:spMkLst>
        </pc:spChg>
        <pc:spChg chg="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49" creationId="{EA217ED3-613E-8D42-D3AF-BB384514877A}"/>
          </ac:spMkLst>
        </pc:spChg>
        <pc:spChg chg="mod">
          <ac:chgData name="Lequio, Giacomo" userId="1fb58766-645b-4d75-8656-0ac9c3a926ff" providerId="ADAL" clId="{0CF7003A-B912-46BD-8A46-68D086FF1ED7}" dt="2026-04-24T16:12:21.684" v="1388"/>
          <ac:spMkLst>
            <pc:docMk/>
            <pc:sldMk cId="2362076958" sldId="833"/>
            <ac:spMk id="51" creationId="{5B569DB3-D7EF-D070-3D9E-6EF97151829A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55" creationId="{1A84331C-EA53-444D-25DB-A6CBB79F0745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56" creationId="{0E725B2F-BF0A-E7AD-53A9-3BB7FF0059BB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57" creationId="{140DE327-97E3-4C93-9599-2FB4E5891AB3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58" creationId="{E64A1B82-DD8B-EF37-CE96-BA6FD7439B64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59" creationId="{DE9EE13E-727C-86CA-655D-8029F4833F4B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64" creationId="{F6047C0F-E13B-0DFA-64DE-A83833E98495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66" creationId="{BF7278A1-B5AF-FBC7-BBD4-AC079E99FEFB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71" creationId="{50E7232D-71C2-FA9E-AF52-D0EDAFF18FA9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73" creationId="{EE9F6809-0919-DE88-52BA-B33CED65EABF}"/>
          </ac:spMkLst>
        </pc:spChg>
        <pc:spChg chg="del">
          <ac:chgData name="Lequio, Giacomo" userId="1fb58766-645b-4d75-8656-0ac9c3a926ff" providerId="ADAL" clId="{0CF7003A-B912-46BD-8A46-68D086FF1ED7}" dt="2026-04-24T16:12:21.314" v="1387" actId="478"/>
          <ac:spMkLst>
            <pc:docMk/>
            <pc:sldMk cId="2362076958" sldId="833"/>
            <ac:spMk id="175" creationId="{2E583350-D384-2701-0EBF-83BAE8E2B0F5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2:36.047" v="1392"/>
        <pc:sldMkLst>
          <pc:docMk/>
          <pc:sldMk cId="2658883735" sldId="835"/>
        </pc:sldMkLst>
        <pc:spChg chg="add 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7" creationId="{B7B74830-424E-5216-CC47-97AD35E36668}"/>
          </ac:spMkLst>
        </pc:spChg>
        <pc:spChg chg="add 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12" creationId="{7D152C13-6F90-2FF5-8C17-DDABC36B8D8D}"/>
          </ac:spMkLst>
        </pc:spChg>
        <pc:spChg chg="add 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16" creationId="{C34EED17-F680-90C7-99DD-0D15C744A957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21" creationId="{F2E79B71-2B65-985A-08A0-CF2C425DD374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42" creationId="{554D165C-A027-F816-BBA2-3D7619D6636C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45" creationId="{C96D87CE-58BE-B955-C7AD-21EBCD076B33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48" creationId="{50C25D50-61CA-9C68-39C4-E29890CA6DC9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49" creationId="{2E4E855C-1AD9-852D-1E74-07F42F2BD5CE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50" creationId="{D3B91A19-2504-7C7E-2D82-CFCB4CA7DD75}"/>
          </ac:spMkLst>
        </pc:spChg>
        <pc:spChg chg="mod">
          <ac:chgData name="Lequio, Giacomo" userId="1fb58766-645b-4d75-8656-0ac9c3a926ff" providerId="ADAL" clId="{0CF7003A-B912-46BD-8A46-68D086FF1ED7}" dt="2026-04-24T16:12:36.047" v="1392"/>
          <ac:spMkLst>
            <pc:docMk/>
            <pc:sldMk cId="2658883735" sldId="835"/>
            <ac:spMk id="51" creationId="{EC1B50F8-8259-349A-068C-5740CF09C741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56" creationId="{A6B6FFE1-2B2C-8665-78DC-B48FA3FE569F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57" creationId="{A20B7970-4388-81E2-3AAB-1B6CE2719457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58" creationId="{486582A1-53D4-D6D0-FDB6-45EC29D3C68B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59" creationId="{4DA7FD8F-9F4A-CBB4-579A-F55F38E7BDB3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60" creationId="{E7D4BE79-6531-6DDE-FD6A-12D1684A4B5C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64" creationId="{CD37EED9-E66E-9BBC-EFD0-3F3E502D4F8A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71" creationId="{C6A2E560-2248-99E1-13A1-93D3B0E7E340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73" creationId="{F1C06260-BDFC-B010-2D20-AEC46D08D39D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74" creationId="{93A2C738-DA85-E55E-4B51-3B21D579DEB4}"/>
          </ac:spMkLst>
        </pc:spChg>
        <pc:spChg chg="del">
          <ac:chgData name="Lequio, Giacomo" userId="1fb58766-645b-4d75-8656-0ac9c3a926ff" providerId="ADAL" clId="{0CF7003A-B912-46BD-8A46-68D086FF1ED7}" dt="2026-04-24T16:12:35.768" v="1391" actId="478"/>
          <ac:spMkLst>
            <pc:docMk/>
            <pc:sldMk cId="2658883735" sldId="835"/>
            <ac:spMk id="175" creationId="{31F4CBB6-9205-CA20-CFF5-F38D36C6353D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2:41.781" v="1394"/>
        <pc:sldMkLst>
          <pc:docMk/>
          <pc:sldMk cId="923072938" sldId="836"/>
        </pc:sldMkLst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9" creationId="{57BB5753-AA0C-A738-3533-726ADD7E7E70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10" creationId="{A697F504-2AB0-BD46-0BB5-0FC7EA062E4A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15" creationId="{E88D3116-CC28-7603-7E37-468E6F2854B5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17" creationId="{E7263787-91EF-6A5D-F6CE-095C461E63FE}"/>
          </ac:spMkLst>
        </pc:spChg>
        <pc:spChg chg="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21" creationId="{7731B26A-F45A-EC1F-1E50-92844FD57632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25" creationId="{429A1431-6FA3-85AD-C230-AE0D6D913C0F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39" creationId="{C3842B2D-4707-0BF9-C6D7-FA2775ADF2FE}"/>
          </ac:spMkLst>
        </pc:spChg>
        <pc:spChg chg="add 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40" creationId="{0540A58C-310C-9714-A4CC-8E338E03DAAE}"/>
          </ac:spMkLst>
        </pc:spChg>
        <pc:spChg chg="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42" creationId="{81680E84-4DE5-558E-EE08-425EAB4F0545}"/>
          </ac:spMkLst>
        </pc:spChg>
        <pc:spChg chg="mod">
          <ac:chgData name="Lequio, Giacomo" userId="1fb58766-645b-4d75-8656-0ac9c3a926ff" providerId="ADAL" clId="{0CF7003A-B912-46BD-8A46-68D086FF1ED7}" dt="2026-04-24T16:12:41.781" v="1394"/>
          <ac:spMkLst>
            <pc:docMk/>
            <pc:sldMk cId="923072938" sldId="836"/>
            <ac:spMk id="50" creationId="{D64D574B-7C1D-FEF8-86EB-A2D015E8B33A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56" creationId="{F9E102F7-2F2F-68FE-4EE9-0E0A7B0F4322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57" creationId="{48C0B2CA-0667-2932-6E24-A3778C33C3CA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64" creationId="{0F2F518C-80B2-F4B8-00FA-D8ED038AED7A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65" creationId="{5CDB7E03-681F-28A5-8719-96D49AAEF12F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66" creationId="{E31C5809-EC60-754B-F6C0-9E38819EF652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71" creationId="{281A6695-58C1-EDF0-754B-D279D55C5981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72" creationId="{283442FD-AC3C-C3E3-248F-D7149FF81728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73" creationId="{F01B03E1-9FE5-7FEB-D399-241F63133A4A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75" creationId="{D2F9F8AA-8E38-CBA3-F616-AE83B484EEFC}"/>
          </ac:spMkLst>
        </pc:spChg>
        <pc:spChg chg="del">
          <ac:chgData name="Lequio, Giacomo" userId="1fb58766-645b-4d75-8656-0ac9c3a926ff" providerId="ADAL" clId="{0CF7003A-B912-46BD-8A46-68D086FF1ED7}" dt="2026-04-24T16:12:41.401" v="1393" actId="478"/>
          <ac:spMkLst>
            <pc:docMk/>
            <pc:sldMk cId="923072938" sldId="836"/>
            <ac:spMk id="176" creationId="{67809365-A2C8-C79F-F74A-23C2BAF5E79B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2:48.504" v="1396"/>
        <pc:sldMkLst>
          <pc:docMk/>
          <pc:sldMk cId="1800251944" sldId="837"/>
        </pc:sldMkLst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9" creationId="{98A73BA1-501D-6AB8-4E5C-10B65284C709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10" creationId="{7C9EEE7B-54D1-17A2-41E2-D5DAAE5FD9C2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11" creationId="{9FDEA319-C50B-D666-1909-D73664E0EE68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15" creationId="{9A837DCF-4479-DDAC-5A52-0BFF25619141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25" creationId="{30A9243C-F85C-B9AD-C634-D508CC70F8F8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36" creationId="{D2637057-E4EF-0673-B947-DCC7E4237107}"/>
          </ac:spMkLst>
        </pc:spChg>
        <pc:spChg chg="add 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39" creationId="{B01614EF-6C92-9B3F-9080-0C8D5184B3B2}"/>
          </ac:spMkLst>
        </pc:spChg>
        <pc:spChg chg="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41" creationId="{C6C355BF-5160-3DDB-F7E8-D393A3EDE362}"/>
          </ac:spMkLst>
        </pc:spChg>
        <pc:spChg chg="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42" creationId="{2075904C-4C4E-BB97-2F29-6F689CB6F7D3}"/>
          </ac:spMkLst>
        </pc:spChg>
        <pc:spChg chg="mod">
          <ac:chgData name="Lequio, Giacomo" userId="1fb58766-645b-4d75-8656-0ac9c3a926ff" providerId="ADAL" clId="{0CF7003A-B912-46BD-8A46-68D086FF1ED7}" dt="2026-04-24T16:12:48.504" v="1396"/>
          <ac:spMkLst>
            <pc:docMk/>
            <pc:sldMk cId="1800251944" sldId="837"/>
            <ac:spMk id="48" creationId="{4DA348BC-01BB-EBCE-A3C5-75FA5483BF21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55" creationId="{B0835F63-A3D2-944A-EC7D-8FCBDEB687B7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56" creationId="{11AC217E-4C68-FF69-9C88-53E864CCADAF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58" creationId="{B597B301-37BB-BD68-3F7D-F12A7D3443D9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59" creationId="{D1DB7719-9855-1CCB-CA10-B3B0CDB7052A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64" creationId="{ED914EBA-09D5-F59B-B59A-7B0743BD468C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65" creationId="{1980BAC4-97FC-FA87-2377-7F42FF3011BC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66" creationId="{459BCCB8-77F1-462B-D94C-9E11D74D88BC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71" creationId="{D5FA40DA-52AF-E536-0EDB-D7E2BC427DC1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73" creationId="{91715030-06C4-6EAE-8665-8EC6E0A4E3CB}"/>
          </ac:spMkLst>
        </pc:spChg>
        <pc:spChg chg="del">
          <ac:chgData name="Lequio, Giacomo" userId="1fb58766-645b-4d75-8656-0ac9c3a926ff" providerId="ADAL" clId="{0CF7003A-B912-46BD-8A46-68D086FF1ED7}" dt="2026-04-24T16:12:48.227" v="1395" actId="478"/>
          <ac:spMkLst>
            <pc:docMk/>
            <pc:sldMk cId="1800251944" sldId="837"/>
            <ac:spMk id="176" creationId="{251F3A55-EC99-E3F3-315B-4392564854F6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9:40.121" v="1411"/>
        <pc:sldMkLst>
          <pc:docMk/>
          <pc:sldMk cId="3678051680" sldId="839"/>
        </pc:sldMkLst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10" creationId="{5F79B81F-A3E0-1AF2-BD6E-B7518B3AF6E2}"/>
          </ac:spMkLst>
        </pc:spChg>
        <pc:spChg chg="add del">
          <ac:chgData name="Lequio, Giacomo" userId="1fb58766-645b-4d75-8656-0ac9c3a926ff" providerId="ADAL" clId="{0CF7003A-B912-46BD-8A46-68D086FF1ED7}" dt="2026-04-24T16:07:39.173" v="1366" actId="478"/>
          <ac:spMkLst>
            <pc:docMk/>
            <pc:sldMk cId="3678051680" sldId="839"/>
            <ac:spMk id="21" creationId="{E09D738D-6F80-246C-C0D2-7C9A7C426154}"/>
          </ac:spMkLst>
        </pc:spChg>
        <pc:spChg chg="add del">
          <ac:chgData name="Lequio, Giacomo" userId="1fb58766-645b-4d75-8656-0ac9c3a926ff" providerId="ADAL" clId="{0CF7003A-B912-46BD-8A46-68D086FF1ED7}" dt="2026-04-24T16:07:43.143" v="1367" actId="478"/>
          <ac:spMkLst>
            <pc:docMk/>
            <pc:sldMk cId="3678051680" sldId="839"/>
            <ac:spMk id="22" creationId="{253F0E6D-9550-20F6-AD84-1DD98AE8356C}"/>
          </ac:spMkLst>
        </pc:spChg>
        <pc:spChg chg="add del">
          <ac:chgData name="Lequio, Giacomo" userId="1fb58766-645b-4d75-8656-0ac9c3a926ff" providerId="ADAL" clId="{0CF7003A-B912-46BD-8A46-68D086FF1ED7}" dt="2026-04-24T16:07:39.173" v="1366" actId="478"/>
          <ac:spMkLst>
            <pc:docMk/>
            <pc:sldMk cId="3678051680" sldId="839"/>
            <ac:spMk id="25" creationId="{5AE50FE9-6500-DC6B-FD36-3AFF23447FBF}"/>
          </ac:spMkLst>
        </pc:spChg>
        <pc:spChg chg="add del">
          <ac:chgData name="Lequio, Giacomo" userId="1fb58766-645b-4d75-8656-0ac9c3a926ff" providerId="ADAL" clId="{0CF7003A-B912-46BD-8A46-68D086FF1ED7}" dt="2026-04-24T16:07:43.143" v="1367" actId="478"/>
          <ac:spMkLst>
            <pc:docMk/>
            <pc:sldMk cId="3678051680" sldId="839"/>
            <ac:spMk id="26" creationId="{CDD7E492-13EA-34D3-E1E9-B92F42C7C43A}"/>
          </ac:spMkLst>
        </pc:spChg>
        <pc:spChg chg="add del">
          <ac:chgData name="Lequio, Giacomo" userId="1fb58766-645b-4d75-8656-0ac9c3a926ff" providerId="ADAL" clId="{0CF7003A-B912-46BD-8A46-68D086FF1ED7}" dt="2026-04-24T16:07:39.173" v="1366" actId="478"/>
          <ac:spMkLst>
            <pc:docMk/>
            <pc:sldMk cId="3678051680" sldId="839"/>
            <ac:spMk id="28" creationId="{A3E4F354-AAE3-A25A-3237-ECF7214CCDA6}"/>
          </ac:spMkLst>
        </pc:spChg>
        <pc:spChg chg="add del">
          <ac:chgData name="Lequio, Giacomo" userId="1fb58766-645b-4d75-8656-0ac9c3a926ff" providerId="ADAL" clId="{0CF7003A-B912-46BD-8A46-68D086FF1ED7}" dt="2026-04-24T16:07:43.143" v="1367" actId="478"/>
          <ac:spMkLst>
            <pc:docMk/>
            <pc:sldMk cId="3678051680" sldId="839"/>
            <ac:spMk id="29" creationId="{821A8975-BD7D-3CE0-A62A-8BAE48ECD581}"/>
          </ac:spMkLst>
        </pc:spChg>
        <pc:spChg chg="add del mod or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30" creationId="{A2AEA449-CADF-4BBC-7E33-8B5CA469741B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34" creationId="{698DE243-EF34-BEA1-3792-BE592E8D4B69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37" creationId="{D4CF2F5E-192C-1369-2670-300118BB5C4F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38" creationId="{688CD448-5803-25FE-CFAF-506F2F74FCC0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39" creationId="{DCE1EFB8-885A-6312-7CCF-E5249BF400B8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40" creationId="{713CEED5-E837-F46E-32A1-801231D25831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41" creationId="{07F69C0F-7D2A-E6E9-F013-A6277DF92286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42" creationId="{8FB2E271-23D9-A8AE-4F53-168B9D48F2FB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43" creationId="{86CD6AEB-2D19-B3ED-8B0F-516A1B502281}"/>
          </ac:spMkLst>
        </pc:spChg>
        <pc:spChg chg="add mod">
          <ac:chgData name="Lequio, Giacomo" userId="1fb58766-645b-4d75-8656-0ac9c3a926ff" providerId="ADAL" clId="{0CF7003A-B912-46BD-8A46-68D086FF1ED7}" dt="2026-04-24T16:07:30.123" v="1363"/>
          <ac:spMkLst>
            <pc:docMk/>
            <pc:sldMk cId="3678051680" sldId="839"/>
            <ac:spMk id="44" creationId="{6BECF33A-0067-4320-BEBF-2765A7CA0446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45" creationId="{6A637014-6BF1-02CD-9A88-3DF14FDAEAEA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46" creationId="{EB4FAF32-C34F-A5E0-0422-7AC85936D440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47" creationId="{7638C2DF-969C-28CD-4DCD-3B04718B2FD5}"/>
          </ac:spMkLst>
        </pc:spChg>
        <pc:spChg chg="add mod">
          <ac:chgData name="Lequio, Giacomo" userId="1fb58766-645b-4d75-8656-0ac9c3a926ff" providerId="ADAL" clId="{0CF7003A-B912-46BD-8A46-68D086FF1ED7}" dt="2026-04-24T16:07:43.529" v="1368"/>
          <ac:spMkLst>
            <pc:docMk/>
            <pc:sldMk cId="3678051680" sldId="839"/>
            <ac:spMk id="48" creationId="{527F1B1B-2936-1AE1-F570-A2D31BDA89C9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49" creationId="{ACFED8B6-BF6A-6D9C-7ACB-FE8316FF1425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50" creationId="{5A508329-14A8-B9C2-E3C2-5B72C0EC91AE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51" creationId="{3358C9E8-0A3A-F0F6-D2E2-539D3D339AAD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52" creationId="{457BCFE8-4C61-B794-FCF9-610E91A8A094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53" creationId="{CD100182-36F2-AC3F-7DD2-C610F39C8D04}"/>
          </ac:spMkLst>
        </pc:spChg>
        <pc:spChg chg="add del mod">
          <ac:chgData name="Lequio, Giacomo" userId="1fb58766-645b-4d75-8656-0ac9c3a926ff" providerId="ADAL" clId="{0CF7003A-B912-46BD-8A46-68D086FF1ED7}" dt="2026-04-24T16:19:39.725" v="1410" actId="478"/>
          <ac:spMkLst>
            <pc:docMk/>
            <pc:sldMk cId="3678051680" sldId="839"/>
            <ac:spMk id="54" creationId="{C15F0D0D-EDF6-9C3C-27E2-AB476EAA59B2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55" creationId="{43439744-A7BC-FDD0-5804-2E24A32AF897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56" creationId="{BCAD6A7F-B8E1-DAD4-1D16-BF0C21BC88D5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57" creationId="{9139AB53-0C80-AB55-B5B0-702204520E00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59" creationId="{AD0F9D14-F53D-77D9-5506-56D6197119B4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60" creationId="{17EB9F2A-5ABB-8353-501B-32C57701AFE5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61" creationId="{73943C7D-5EAE-2E46-2555-7E4184E0A25D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62" creationId="{CFE98924-9A8F-9BDC-F0FE-11B2FD19BCB7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63" creationId="{E543C825-9E15-1A40-13E0-3BD1500496F5}"/>
          </ac:spMkLst>
        </pc:spChg>
        <pc:spChg chg="add mod">
          <ac:chgData name="Lequio, Giacomo" userId="1fb58766-645b-4d75-8656-0ac9c3a926ff" providerId="ADAL" clId="{0CF7003A-B912-46BD-8A46-68D086FF1ED7}" dt="2026-04-24T16:19:40.121" v="1411"/>
          <ac:spMkLst>
            <pc:docMk/>
            <pc:sldMk cId="3678051680" sldId="839"/>
            <ac:spMk id="64" creationId="{109E032F-DA78-C3E1-BF7B-9677E50691F9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19:36.392" v="1409"/>
        <pc:sldMkLst>
          <pc:docMk/>
          <pc:sldMk cId="1909268871" sldId="840"/>
        </pc:sldMkLst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10" creationId="{CC3EA4D4-EA7D-D0C7-1DB0-8774A8F44B05}"/>
          </ac:spMkLst>
        </pc:spChg>
        <pc:spChg chg="del">
          <ac:chgData name="Lequio, Giacomo" userId="1fb58766-645b-4d75-8656-0ac9c3a926ff" providerId="ADAL" clId="{0CF7003A-B912-46BD-8A46-68D086FF1ED7}" dt="2026-04-24T16:08:06.944" v="1372" actId="478"/>
          <ac:spMkLst>
            <pc:docMk/>
            <pc:sldMk cId="1909268871" sldId="840"/>
            <ac:spMk id="21" creationId="{934FC180-7BE2-1252-1D23-82FCD4116AB7}"/>
          </ac:spMkLst>
        </pc:spChg>
        <pc:spChg chg="del">
          <ac:chgData name="Lequio, Giacomo" userId="1fb58766-645b-4d75-8656-0ac9c3a926ff" providerId="ADAL" clId="{0CF7003A-B912-46BD-8A46-68D086FF1ED7}" dt="2026-04-24T16:08:08.642" v="1373" actId="478"/>
          <ac:spMkLst>
            <pc:docMk/>
            <pc:sldMk cId="1909268871" sldId="840"/>
            <ac:spMk id="22" creationId="{159105EB-C586-D349-A128-7241E947BCE1}"/>
          </ac:spMkLst>
        </pc:spChg>
        <pc:spChg chg="del">
          <ac:chgData name="Lequio, Giacomo" userId="1fb58766-645b-4d75-8656-0ac9c3a926ff" providerId="ADAL" clId="{0CF7003A-B912-46BD-8A46-68D086FF1ED7}" dt="2026-04-24T16:08:06.944" v="1372" actId="478"/>
          <ac:spMkLst>
            <pc:docMk/>
            <pc:sldMk cId="1909268871" sldId="840"/>
            <ac:spMk id="25" creationId="{E7BF02CA-6A67-B6FD-4410-970F50E27666}"/>
          </ac:spMkLst>
        </pc:spChg>
        <pc:spChg chg="del">
          <ac:chgData name="Lequio, Giacomo" userId="1fb58766-645b-4d75-8656-0ac9c3a926ff" providerId="ADAL" clId="{0CF7003A-B912-46BD-8A46-68D086FF1ED7}" dt="2026-04-24T16:08:08.642" v="1373" actId="478"/>
          <ac:spMkLst>
            <pc:docMk/>
            <pc:sldMk cId="1909268871" sldId="840"/>
            <ac:spMk id="26" creationId="{AA67C4EA-BFB6-605C-457A-14D75D0D5CDF}"/>
          </ac:spMkLst>
        </pc:spChg>
        <pc:spChg chg="del">
          <ac:chgData name="Lequio, Giacomo" userId="1fb58766-645b-4d75-8656-0ac9c3a926ff" providerId="ADAL" clId="{0CF7003A-B912-46BD-8A46-68D086FF1ED7}" dt="2026-04-24T16:08:06.944" v="1372" actId="478"/>
          <ac:spMkLst>
            <pc:docMk/>
            <pc:sldMk cId="1909268871" sldId="840"/>
            <ac:spMk id="28" creationId="{DDBE7C7C-F515-A81F-684E-ECD600D999D4}"/>
          </ac:spMkLst>
        </pc:spChg>
        <pc:spChg chg="del">
          <ac:chgData name="Lequio, Giacomo" userId="1fb58766-645b-4d75-8656-0ac9c3a926ff" providerId="ADAL" clId="{0CF7003A-B912-46BD-8A46-68D086FF1ED7}" dt="2026-04-24T16:08:08.642" v="1373" actId="478"/>
          <ac:spMkLst>
            <pc:docMk/>
            <pc:sldMk cId="1909268871" sldId="840"/>
            <ac:spMk id="29" creationId="{05A282B7-A837-9290-B5ED-543458E79105}"/>
          </ac:spMkLst>
        </pc:spChg>
        <pc:spChg chg="del">
          <ac:chgData name="Lequio, Giacomo" userId="1fb58766-645b-4d75-8656-0ac9c3a926ff" providerId="ADAL" clId="{0CF7003A-B912-46BD-8A46-68D086FF1ED7}" dt="2026-04-24T16:08:06.944" v="1372" actId="478"/>
          <ac:spMkLst>
            <pc:docMk/>
            <pc:sldMk cId="1909268871" sldId="840"/>
            <ac:spMk id="30" creationId="{12CB53F1-01F0-DF25-6560-486B3B9B31B2}"/>
          </ac:spMkLst>
        </pc:spChg>
        <pc:spChg chg="add del mod">
          <ac:chgData name="Lequio, Giacomo" userId="1fb58766-645b-4d75-8656-0ac9c3a926ff" providerId="ADAL" clId="{0CF7003A-B912-46BD-8A46-68D086FF1ED7}" dt="2026-04-24T16:19:36.066" v="1408" actId="478"/>
          <ac:spMkLst>
            <pc:docMk/>
            <pc:sldMk cId="1909268871" sldId="840"/>
            <ac:spMk id="34" creationId="{4772398C-D830-2096-50E9-CBDB7395ED7F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1" creationId="{90922A18-995C-488A-FA58-A2169F52E1D3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2" creationId="{088CE3D3-6785-D3AC-F3F2-287EE12F4B9E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3" creationId="{DC6E81C7-43B2-8829-AF89-9DD362D74FD8}"/>
          </ac:spMkLst>
        </pc:spChg>
        <pc:spChg chg="add del mod">
          <ac:chgData name="Lequio, Giacomo" userId="1fb58766-645b-4d75-8656-0ac9c3a926ff" providerId="ADAL" clId="{0CF7003A-B912-46BD-8A46-68D086FF1ED7}" dt="2026-04-24T16:19:36.066" v="1408" actId="478"/>
          <ac:spMkLst>
            <pc:docMk/>
            <pc:sldMk cId="1909268871" sldId="840"/>
            <ac:spMk id="44" creationId="{F43B32BF-711C-2929-64FA-A79CB6AD1784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5" creationId="{78CE6648-CFDE-9AF7-F96A-07B260625193}"/>
          </ac:spMkLst>
        </pc:spChg>
        <pc:spChg chg="add del mod">
          <ac:chgData name="Lequio, Giacomo" userId="1fb58766-645b-4d75-8656-0ac9c3a926ff" providerId="ADAL" clId="{0CF7003A-B912-46BD-8A46-68D086FF1ED7}" dt="2026-04-24T16:19:36.066" v="1408" actId="478"/>
          <ac:spMkLst>
            <pc:docMk/>
            <pc:sldMk cId="1909268871" sldId="840"/>
            <ac:spMk id="46" creationId="{A20E984C-6CEB-0EAB-F62D-481416B1923E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7" creationId="{82D8165D-3CDE-4A02-67AD-00F17D0ACE85}"/>
          </ac:spMkLst>
        </pc:spChg>
        <pc:spChg chg="add del mod">
          <ac:chgData name="Lequio, Giacomo" userId="1fb58766-645b-4d75-8656-0ac9c3a926ff" providerId="ADAL" clId="{0CF7003A-B912-46BD-8A46-68D086FF1ED7}" dt="2026-04-24T16:19:36.066" v="1408" actId="478"/>
          <ac:spMkLst>
            <pc:docMk/>
            <pc:sldMk cId="1909268871" sldId="840"/>
            <ac:spMk id="48" creationId="{BECDBDFF-4717-F4B6-1959-BB5F6DFE3CCB}"/>
          </ac:spMkLst>
        </pc:spChg>
        <pc:spChg chg="add del mod">
          <ac:chgData name="Lequio, Giacomo" userId="1fb58766-645b-4d75-8656-0ac9c3a926ff" providerId="ADAL" clId="{0CF7003A-B912-46BD-8A46-68D086FF1ED7}" dt="2026-04-24T16:19:33.705" v="1407" actId="478"/>
          <ac:spMkLst>
            <pc:docMk/>
            <pc:sldMk cId="1909268871" sldId="840"/>
            <ac:spMk id="49" creationId="{866C19AD-36BD-8E04-9C44-2AEE71D6A6EC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0" creationId="{D6B52990-0FFF-1E3D-44AF-88DD98C12B00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1" creationId="{0B4D178A-5521-1E3C-3C0F-0EB9B7A436FC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2" creationId="{3DCBEF5F-EB90-7B9F-EBBA-711C548E5350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3" creationId="{5BA25BEC-C0F9-F543-134B-2DD422ACCED8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4" creationId="{DA7B9871-B745-E95D-EE5F-E10C4B865FFD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5" creationId="{0E62209B-2332-015D-29A5-F0BB0B616900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6" creationId="{F55485E3-BCA0-01D4-286B-480D16B844AF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7" creationId="{CF480252-54F9-3540-BAF8-559E3895526F}"/>
          </ac:spMkLst>
        </pc:spChg>
        <pc:spChg chg="add mod">
          <ac:chgData name="Lequio, Giacomo" userId="1fb58766-645b-4d75-8656-0ac9c3a926ff" providerId="ADAL" clId="{0CF7003A-B912-46BD-8A46-68D086FF1ED7}" dt="2026-04-24T16:19:36.392" v="1409"/>
          <ac:spMkLst>
            <pc:docMk/>
            <pc:sldMk cId="1909268871" sldId="840"/>
            <ac:spMk id="59" creationId="{4D1E36D0-0D66-A89C-97D3-BCF9C1009C81}"/>
          </ac:spMkLst>
        </pc:spChg>
        <pc:graphicFrameChg chg="modGraphic">
          <ac:chgData name="Lequio, Giacomo" userId="1fb58766-645b-4d75-8656-0ac9c3a926ff" providerId="ADAL" clId="{0CF7003A-B912-46BD-8A46-68D086FF1ED7}" dt="2026-04-22T13:45:30.555" v="226" actId="20577"/>
          <ac:graphicFrameMkLst>
            <pc:docMk/>
            <pc:sldMk cId="1909268871" sldId="840"/>
            <ac:graphicFrameMk id="35" creationId="{316457F1-D667-F75A-6891-253D074AA1D7}"/>
          </ac:graphicFrameMkLst>
        </pc:graphicFrameChg>
      </pc:sldChg>
      <pc:sldChg chg="addSp delSp modSp mod">
        <pc:chgData name="Lequio, Giacomo" userId="1fb58766-645b-4d75-8656-0ac9c3a926ff" providerId="ADAL" clId="{0CF7003A-B912-46BD-8A46-68D086FF1ED7}" dt="2026-04-24T16:19:27.701" v="1406" actId="1076"/>
        <pc:sldMkLst>
          <pc:docMk/>
          <pc:sldMk cId="3888058847" sldId="841"/>
        </pc:sldMkLst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4" creationId="{0F0D53CF-C508-697B-D8A2-50E06C38E333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10" creationId="{43E921B9-3F96-6843-F3E8-ECC28F88A7FD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21" creationId="{AB882827-DF3F-1708-B1A1-DB6F3932F33A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22" creationId="{7FD51A8E-6E95-BA01-7DC1-53578F2C9D9A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25" creationId="{CAA43D2C-719C-772B-D3C7-EB07BCF7BB68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26" creationId="{771EB89C-72A8-EC15-D9F8-7723FD630632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28" creationId="{9576712A-B36F-E8E8-FBE6-336CA825EEA0}"/>
          </ac:spMkLst>
        </pc:spChg>
        <pc:spChg chg="del">
          <ac:chgData name="Lequio, Giacomo" userId="1fb58766-645b-4d75-8656-0ac9c3a926ff" providerId="ADAL" clId="{0CF7003A-B912-46BD-8A46-68D086FF1ED7}" dt="2026-04-24T16:09:05.923" v="1378" actId="478"/>
          <ac:spMkLst>
            <pc:docMk/>
            <pc:sldMk cId="3888058847" sldId="841"/>
            <ac:spMk id="29" creationId="{6B2BAEA0-CF47-9398-9B07-C9B4C6F19599}"/>
          </ac:spMkLst>
        </pc:spChg>
        <pc:spChg chg="del">
          <ac:chgData name="Lequio, Giacomo" userId="1fb58766-645b-4d75-8656-0ac9c3a926ff" providerId="ADAL" clId="{0CF7003A-B912-46BD-8A46-68D086FF1ED7}" dt="2026-04-24T16:09:02.303" v="1376" actId="478"/>
          <ac:spMkLst>
            <pc:docMk/>
            <pc:sldMk cId="3888058847" sldId="841"/>
            <ac:spMk id="30" creationId="{9FFD2DEE-A49C-1307-27AF-A42DF4C6849E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32" creationId="{E41F4F7E-B84C-83FE-29E5-A121ED891E19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36" creationId="{FF96D75E-3FA0-46B3-6CDB-58AD017E661D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37" creationId="{1B9D917F-EB91-0DBA-D4F2-9908CD4E91ED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38" creationId="{600E1E1E-E22A-F0E6-DB99-27B263C8EBFB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39" creationId="{0185FE91-1E07-A12C-66B8-1EF30D1A3A3B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40" creationId="{03D095D7-D024-65B5-F082-E7DA4C88DDF9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41" creationId="{F057B97C-7127-C5F2-7C1A-140914FF2A37}"/>
          </ac:spMkLst>
        </pc:spChg>
        <pc:spChg chg="add mod">
          <ac:chgData name="Lequio, Giacomo" userId="1fb58766-645b-4d75-8656-0ac9c3a926ff" providerId="ADAL" clId="{0CF7003A-B912-46BD-8A46-68D086FF1ED7}" dt="2026-04-24T16:09:02.671" v="1377"/>
          <ac:spMkLst>
            <pc:docMk/>
            <pc:sldMk cId="3888058847" sldId="841"/>
            <ac:spMk id="42" creationId="{9AB7AB5F-D442-9512-CB5F-5F980D663294}"/>
          </ac:spMkLst>
        </pc:spChg>
        <pc:spChg chg="add mod">
          <ac:chgData name="Lequio, Giacomo" userId="1fb58766-645b-4d75-8656-0ac9c3a926ff" providerId="ADAL" clId="{0CF7003A-B912-46BD-8A46-68D086FF1ED7}" dt="2026-04-24T16:09:06.237" v="1379"/>
          <ac:spMkLst>
            <pc:docMk/>
            <pc:sldMk cId="3888058847" sldId="841"/>
            <ac:spMk id="43" creationId="{A8A5A8BB-170B-3B1F-6980-6D2919C9F810}"/>
          </ac:spMkLst>
        </pc:spChg>
        <pc:spChg chg="add mod">
          <ac:chgData name="Lequio, Giacomo" userId="1fb58766-645b-4d75-8656-0ac9c3a926ff" providerId="ADAL" clId="{0CF7003A-B912-46BD-8A46-68D086FF1ED7}" dt="2026-04-24T16:09:06.237" v="1379"/>
          <ac:spMkLst>
            <pc:docMk/>
            <pc:sldMk cId="3888058847" sldId="841"/>
            <ac:spMk id="44" creationId="{FC75512D-E609-CD6A-4A73-7BC5A04257CB}"/>
          </ac:spMkLst>
        </pc:spChg>
        <pc:spChg chg="add mod">
          <ac:chgData name="Lequio, Giacomo" userId="1fb58766-645b-4d75-8656-0ac9c3a926ff" providerId="ADAL" clId="{0CF7003A-B912-46BD-8A46-68D086FF1ED7}" dt="2026-04-24T16:09:06.237" v="1379"/>
          <ac:spMkLst>
            <pc:docMk/>
            <pc:sldMk cId="3888058847" sldId="841"/>
            <ac:spMk id="46" creationId="{603FF5DC-C764-033F-F998-F0DB627530BC}"/>
          </ac:spMkLst>
        </pc:spChg>
        <pc:spChg chg="add mod">
          <ac:chgData name="Lequio, Giacomo" userId="1fb58766-645b-4d75-8656-0ac9c3a926ff" providerId="ADAL" clId="{0CF7003A-B912-46BD-8A46-68D086FF1ED7}" dt="2026-04-24T16:19:27.701" v="1406" actId="1076"/>
          <ac:spMkLst>
            <pc:docMk/>
            <pc:sldMk cId="3888058847" sldId="841"/>
            <ac:spMk id="47" creationId="{4BDCD02C-3818-0CDE-F5F2-74BD58BB2354}"/>
          </ac:spMkLst>
        </pc:spChg>
        <pc:spChg chg="add mod">
          <ac:chgData name="Lequio, Giacomo" userId="1fb58766-645b-4d75-8656-0ac9c3a926ff" providerId="ADAL" clId="{0CF7003A-B912-46BD-8A46-68D086FF1ED7}" dt="2026-04-24T16:19:27.701" v="1406" actId="1076"/>
          <ac:spMkLst>
            <pc:docMk/>
            <pc:sldMk cId="3888058847" sldId="841"/>
            <ac:spMk id="48" creationId="{6F89C241-F613-0B20-1A74-E5DCEFE35A3F}"/>
          </ac:spMkLst>
        </pc:spChg>
        <pc:spChg chg="add mod">
          <ac:chgData name="Lequio, Giacomo" userId="1fb58766-645b-4d75-8656-0ac9c3a926ff" providerId="ADAL" clId="{0CF7003A-B912-46BD-8A46-68D086FF1ED7}" dt="2026-04-24T16:19:27.701" v="1406" actId="1076"/>
          <ac:spMkLst>
            <pc:docMk/>
            <pc:sldMk cId="3888058847" sldId="841"/>
            <ac:spMk id="50" creationId="{CDE62C29-895F-D701-B4F0-F551F94D5795}"/>
          </ac:spMkLst>
        </pc:spChg>
        <pc:spChg chg="add mod">
          <ac:chgData name="Lequio, Giacomo" userId="1fb58766-645b-4d75-8656-0ac9c3a926ff" providerId="ADAL" clId="{0CF7003A-B912-46BD-8A46-68D086FF1ED7}" dt="2026-04-24T16:19:27.701" v="1406" actId="1076"/>
          <ac:spMkLst>
            <pc:docMk/>
            <pc:sldMk cId="3888058847" sldId="841"/>
            <ac:spMk id="53" creationId="{6DAB9A19-8E4D-6F35-53F5-8A5BF18C3A3D}"/>
          </ac:spMkLst>
        </pc:spChg>
        <pc:spChg chg="add del mod">
          <ac:chgData name="Lequio, Giacomo" userId="1fb58766-645b-4d75-8656-0ac9c3a926ff" providerId="ADAL" clId="{0CF7003A-B912-46BD-8A46-68D086FF1ED7}" dt="2026-04-24T16:19:17.002" v="1403" actId="478"/>
          <ac:spMkLst>
            <pc:docMk/>
            <pc:sldMk cId="3888058847" sldId="841"/>
            <ac:spMk id="54" creationId="{01A91BB7-D087-6133-728C-77BB1C61E56F}"/>
          </ac:spMkLst>
        </pc:spChg>
        <pc:spChg chg="add del mod">
          <ac:chgData name="Lequio, Giacomo" userId="1fb58766-645b-4d75-8656-0ac9c3a926ff" providerId="ADAL" clId="{0CF7003A-B912-46BD-8A46-68D086FF1ED7}" dt="2026-04-24T16:19:16.136" v="1402" actId="478"/>
          <ac:spMkLst>
            <pc:docMk/>
            <pc:sldMk cId="3888058847" sldId="841"/>
            <ac:spMk id="55" creationId="{C7677639-48B5-D22C-C810-C774A60D6CF0}"/>
          </ac:spMkLst>
        </pc:spChg>
        <pc:spChg chg="add mod">
          <ac:chgData name="Lequio, Giacomo" userId="1fb58766-645b-4d75-8656-0ac9c3a926ff" providerId="ADAL" clId="{0CF7003A-B912-46BD-8A46-68D086FF1ED7}" dt="2026-04-24T16:09:06.237" v="1379"/>
          <ac:spMkLst>
            <pc:docMk/>
            <pc:sldMk cId="3888058847" sldId="841"/>
            <ac:spMk id="56" creationId="{F484E9B3-82D3-8446-F753-18A3488B97BE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09:16.896" v="1382"/>
        <pc:sldMkLst>
          <pc:docMk/>
          <pc:sldMk cId="1303593944" sldId="842"/>
        </pc:sldMkLst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4" creationId="{014B69FC-9FE3-7D84-3FA0-E4A906006C1B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10" creationId="{3A774461-F2F3-171E-6671-16C784910ABD}"/>
          </ac:spMkLst>
        </pc:spChg>
        <pc:spChg chg="del">
          <ac:chgData name="Lequio, Giacomo" userId="1fb58766-645b-4d75-8656-0ac9c3a926ff" providerId="ADAL" clId="{0CF7003A-B912-46BD-8A46-68D086FF1ED7}" dt="2026-04-24T16:09:14.377" v="1380" actId="478"/>
          <ac:spMkLst>
            <pc:docMk/>
            <pc:sldMk cId="1303593944" sldId="842"/>
            <ac:spMk id="21" creationId="{B0871DEB-D0F6-C67B-A785-481BBC6F3981}"/>
          </ac:spMkLst>
        </pc:spChg>
        <pc:spChg chg="del">
          <ac:chgData name="Lequio, Giacomo" userId="1fb58766-645b-4d75-8656-0ac9c3a926ff" providerId="ADAL" clId="{0CF7003A-B912-46BD-8A46-68D086FF1ED7}" dt="2026-04-24T16:09:16.600" v="1381" actId="478"/>
          <ac:spMkLst>
            <pc:docMk/>
            <pc:sldMk cId="1303593944" sldId="842"/>
            <ac:spMk id="22" creationId="{F4FE2F71-2AE5-55BA-C51E-4B02A87E1AE5}"/>
          </ac:spMkLst>
        </pc:spChg>
        <pc:spChg chg="del">
          <ac:chgData name="Lequio, Giacomo" userId="1fb58766-645b-4d75-8656-0ac9c3a926ff" providerId="ADAL" clId="{0CF7003A-B912-46BD-8A46-68D086FF1ED7}" dt="2026-04-24T16:09:14.377" v="1380" actId="478"/>
          <ac:spMkLst>
            <pc:docMk/>
            <pc:sldMk cId="1303593944" sldId="842"/>
            <ac:spMk id="25" creationId="{C5AB6391-0FA4-B53E-5374-332F75D0706F}"/>
          </ac:spMkLst>
        </pc:spChg>
        <pc:spChg chg="del">
          <ac:chgData name="Lequio, Giacomo" userId="1fb58766-645b-4d75-8656-0ac9c3a926ff" providerId="ADAL" clId="{0CF7003A-B912-46BD-8A46-68D086FF1ED7}" dt="2026-04-24T16:09:16.600" v="1381" actId="478"/>
          <ac:spMkLst>
            <pc:docMk/>
            <pc:sldMk cId="1303593944" sldId="842"/>
            <ac:spMk id="26" creationId="{A954E401-9727-10D4-8B50-04A19EA28F33}"/>
          </ac:spMkLst>
        </pc:spChg>
        <pc:spChg chg="del">
          <ac:chgData name="Lequio, Giacomo" userId="1fb58766-645b-4d75-8656-0ac9c3a926ff" providerId="ADAL" clId="{0CF7003A-B912-46BD-8A46-68D086FF1ED7}" dt="2026-04-24T16:09:14.377" v="1380" actId="478"/>
          <ac:spMkLst>
            <pc:docMk/>
            <pc:sldMk cId="1303593944" sldId="842"/>
            <ac:spMk id="28" creationId="{CE108E0D-372F-F297-3406-F0C28D1FB249}"/>
          </ac:spMkLst>
        </pc:spChg>
        <pc:spChg chg="del">
          <ac:chgData name="Lequio, Giacomo" userId="1fb58766-645b-4d75-8656-0ac9c3a926ff" providerId="ADAL" clId="{0CF7003A-B912-46BD-8A46-68D086FF1ED7}" dt="2026-04-24T16:09:16.600" v="1381" actId="478"/>
          <ac:spMkLst>
            <pc:docMk/>
            <pc:sldMk cId="1303593944" sldId="842"/>
            <ac:spMk id="29" creationId="{D5E9A938-CBDC-9CB3-276F-8986F02C6B17}"/>
          </ac:spMkLst>
        </pc:spChg>
        <pc:spChg chg="del">
          <ac:chgData name="Lequio, Giacomo" userId="1fb58766-645b-4d75-8656-0ac9c3a926ff" providerId="ADAL" clId="{0CF7003A-B912-46BD-8A46-68D086FF1ED7}" dt="2026-04-24T16:09:14.377" v="1380" actId="478"/>
          <ac:spMkLst>
            <pc:docMk/>
            <pc:sldMk cId="1303593944" sldId="842"/>
            <ac:spMk id="30" creationId="{067CBB21-8CF9-B635-8601-3A0ACA535D9C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38" creationId="{F56674E3-0971-3AA3-1B19-AB1FDBD6356F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49" creationId="{3142DA73-9FD0-8406-0793-71A51C56725C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0" creationId="{C0505544-C156-2FFC-20FD-0001ED09B87C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1" creationId="{7D944E24-115F-584B-06F4-EA9585C13C19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2" creationId="{BF96D6B4-A00C-CEDA-9805-F8641549EBAC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3" creationId="{E252455E-7322-FB1F-F267-2D5816CC5E8A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4" creationId="{ABEB3B5A-D99D-4301-CDE1-C933A16EE9FB}"/>
          </ac:spMkLst>
        </pc:spChg>
        <pc:spChg chg="add mod">
          <ac:chgData name="Lequio, Giacomo" userId="1fb58766-645b-4d75-8656-0ac9c3a926ff" providerId="ADAL" clId="{0CF7003A-B912-46BD-8A46-68D086FF1ED7}" dt="2026-04-24T16:09:16.896" v="1382"/>
          <ac:spMkLst>
            <pc:docMk/>
            <pc:sldMk cId="1303593944" sldId="842"/>
            <ac:spMk id="56" creationId="{5FB8DECF-6AC8-A2AF-3DAB-56C696DAFAE4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09:21.526" v="1384"/>
        <pc:sldMkLst>
          <pc:docMk/>
          <pc:sldMk cId="2788770535" sldId="843"/>
        </pc:sldMkLst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4" creationId="{16AB1A59-2878-632D-0852-8C9241A9A0DE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10" creationId="{25DF67F0-A7D0-6F18-88CC-CC563248D4B9}"/>
          </ac:spMkLst>
        </pc:spChg>
        <pc:spChg chg="del">
          <ac:chgData name="Lequio, Giacomo" userId="1fb58766-645b-4d75-8656-0ac9c3a926ff" providerId="ADAL" clId="{0CF7003A-B912-46BD-8A46-68D086FF1ED7}" dt="2026-04-24T16:09:21.235" v="1383" actId="478"/>
          <ac:spMkLst>
            <pc:docMk/>
            <pc:sldMk cId="2788770535" sldId="843"/>
            <ac:spMk id="21" creationId="{38934B7A-5D0D-E963-16F6-23BC79316576}"/>
          </ac:spMkLst>
        </pc:spChg>
        <pc:spChg chg="del">
          <ac:chgData name="Lequio, Giacomo" userId="1fb58766-645b-4d75-8656-0ac9c3a926ff" providerId="ADAL" clId="{0CF7003A-B912-46BD-8A46-68D086FF1ED7}" dt="2026-04-24T16:09:21.235" v="1383" actId="478"/>
          <ac:spMkLst>
            <pc:docMk/>
            <pc:sldMk cId="2788770535" sldId="843"/>
            <ac:spMk id="22" creationId="{98834323-FD79-0BA7-EFFA-FB4C9A2C9997}"/>
          </ac:spMkLst>
        </pc:spChg>
        <pc:spChg chg="del">
          <ac:chgData name="Lequio, Giacomo" userId="1fb58766-645b-4d75-8656-0ac9c3a926ff" providerId="ADAL" clId="{0CF7003A-B912-46BD-8A46-68D086FF1ED7}" dt="2026-04-24T16:09:21.235" v="1383" actId="478"/>
          <ac:spMkLst>
            <pc:docMk/>
            <pc:sldMk cId="2788770535" sldId="843"/>
            <ac:spMk id="25" creationId="{5DBB7EA0-99C9-A3B1-7B90-9D0E6E1373F9}"/>
          </ac:spMkLst>
        </pc:spChg>
        <pc:spChg chg="del">
          <ac:chgData name="Lequio, Giacomo" userId="1fb58766-645b-4d75-8656-0ac9c3a926ff" providerId="ADAL" clId="{0CF7003A-B912-46BD-8A46-68D086FF1ED7}" dt="2026-04-24T16:09:21.235" v="1383" actId="478"/>
          <ac:spMkLst>
            <pc:docMk/>
            <pc:sldMk cId="2788770535" sldId="843"/>
            <ac:spMk id="26" creationId="{B770C33D-4ED8-3C51-AB84-68995164988A}"/>
          </ac:spMkLst>
        </pc:spChg>
        <pc:spChg chg="del">
          <ac:chgData name="Lequio, Giacomo" userId="1fb58766-645b-4d75-8656-0ac9c3a926ff" providerId="ADAL" clId="{0CF7003A-B912-46BD-8A46-68D086FF1ED7}" dt="2026-04-24T16:09:21.235" v="1383" actId="478"/>
          <ac:spMkLst>
            <pc:docMk/>
            <pc:sldMk cId="2788770535" sldId="843"/>
            <ac:spMk id="28" creationId="{F0F3E9F3-16BC-4282-9B27-EEA36B0F60F4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30" creationId="{02859412-C247-28D5-9115-76E7D00565C4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34" creationId="{AA2D574B-3E34-CC93-DF9C-4F3A938D5AD2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38" creationId="{E266DE77-6009-8F46-27A4-A05D57761588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39" creationId="{4860206E-8ED6-C41F-76D2-2AE09A03A382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40" creationId="{5EEC45AD-B90D-EA6E-2B78-752AFEFB2F4F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41" creationId="{56B1CE95-9DA1-4580-7E16-F74DCF445808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42" creationId="{E1DA2073-F80C-8806-B2B9-A87AB57AE07C}"/>
          </ac:spMkLst>
        </pc:spChg>
        <pc:spChg chg="add mod">
          <ac:chgData name="Lequio, Giacomo" userId="1fb58766-645b-4d75-8656-0ac9c3a926ff" providerId="ADAL" clId="{0CF7003A-B912-46BD-8A46-68D086FF1ED7}" dt="2026-04-24T16:09:21.526" v="1384"/>
          <ac:spMkLst>
            <pc:docMk/>
            <pc:sldMk cId="2788770535" sldId="843"/>
            <ac:spMk id="43" creationId="{7EFD8476-7D3F-2F0D-2D7E-6DF1888354BD}"/>
          </ac:spMkLst>
        </pc:spChg>
      </pc:sldChg>
      <pc:sldChg chg="addSp delSp modSp mod">
        <pc:chgData name="Lequio, Giacomo" userId="1fb58766-645b-4d75-8656-0ac9c3a926ff" providerId="ADAL" clId="{0CF7003A-B912-46BD-8A46-68D086FF1ED7}" dt="2026-04-24T16:20:35.035" v="1434" actId="20577"/>
        <pc:sldMkLst>
          <pc:docMk/>
          <pc:sldMk cId="710168026" sldId="844"/>
        </pc:sldMkLst>
        <pc:spChg chg="add del mod">
          <ac:chgData name="Lequio, Giacomo" userId="1fb58766-645b-4d75-8656-0ac9c3a926ff" providerId="ADAL" clId="{0CF7003A-B912-46BD-8A46-68D086FF1ED7}" dt="2026-04-24T16:20:12.997" v="1421" actId="478"/>
          <ac:spMkLst>
            <pc:docMk/>
            <pc:sldMk cId="710168026" sldId="844"/>
            <ac:spMk id="4" creationId="{9678D97D-003E-EAA5-4FDD-3927D57425CE}"/>
          </ac:spMkLst>
        </pc:spChg>
        <pc:spChg chg="add del">
          <ac:chgData name="Lequio, Giacomo" userId="1fb58766-645b-4d75-8656-0ac9c3a926ff" providerId="ADAL" clId="{0CF7003A-B912-46BD-8A46-68D086FF1ED7}" dt="2026-04-24T16:20:12.997" v="1421" actId="478"/>
          <ac:spMkLst>
            <pc:docMk/>
            <pc:sldMk cId="710168026" sldId="844"/>
            <ac:spMk id="7" creationId="{A84FEB7D-A296-E98B-9960-494AAD42F991}"/>
          </ac:spMkLst>
        </pc:spChg>
        <pc:spChg chg="mod">
          <ac:chgData name="Lequio, Giacomo" userId="1fb58766-645b-4d75-8656-0ac9c3a926ff" providerId="ADAL" clId="{0CF7003A-B912-46BD-8A46-68D086FF1ED7}" dt="2026-04-24T16:15:19.663" v="1401" actId="14100"/>
          <ac:spMkLst>
            <pc:docMk/>
            <pc:sldMk cId="710168026" sldId="844"/>
            <ac:spMk id="10" creationId="{C9750B2D-B7DA-D5E7-49EE-601473018A3C}"/>
          </ac:spMkLst>
        </pc:spChg>
        <pc:spChg chg="del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21" creationId="{F8CF3BA8-8523-DBBE-2269-6941B6F4F414}"/>
          </ac:spMkLst>
        </pc:spChg>
        <pc:spChg chg="del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22" creationId="{0FBF15A8-0417-7285-017B-B93F31C7A052}"/>
          </ac:spMkLst>
        </pc:spChg>
        <pc:spChg chg="del mod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25" creationId="{EC5C154F-75DB-C04F-0B7D-AB1B9709BFFC}"/>
          </ac:spMkLst>
        </pc:spChg>
        <pc:spChg chg="del mod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26" creationId="{E7F82BE3-8B1B-1B5C-EC0B-FBA7890FF619}"/>
          </ac:spMkLst>
        </pc:spChg>
        <pc:spChg chg="del mod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28" creationId="{CC01471F-BA80-0387-0471-C81FE3AB333A}"/>
          </ac:spMkLst>
        </pc:spChg>
        <pc:spChg chg="del mod">
          <ac:chgData name="Lequio, Giacomo" userId="1fb58766-645b-4d75-8656-0ac9c3a926ff" providerId="ADAL" clId="{0CF7003A-B912-46BD-8A46-68D086FF1ED7}" dt="2026-04-24T16:20:06.395" v="1418" actId="478"/>
          <ac:spMkLst>
            <pc:docMk/>
            <pc:sldMk cId="710168026" sldId="844"/>
            <ac:spMk id="29" creationId="{01CB3AEB-EC24-3602-4591-93371E12B130}"/>
          </ac:spMkLst>
        </pc:spChg>
        <pc:spChg chg="add del mod">
          <ac:chgData name="Lequio, Giacomo" userId="1fb58766-645b-4d75-8656-0ac9c3a926ff" providerId="ADAL" clId="{0CF7003A-B912-46BD-8A46-68D086FF1ED7}" dt="2026-04-24T16:20:15.771" v="1422" actId="478"/>
          <ac:spMkLst>
            <pc:docMk/>
            <pc:sldMk cId="710168026" sldId="844"/>
            <ac:spMk id="32" creationId="{D6146B8B-802D-464C-0B4C-898461279170}"/>
          </ac:spMkLst>
        </pc:spChg>
        <pc:spChg chg="add del mod">
          <ac:chgData name="Lequio, Giacomo" userId="1fb58766-645b-4d75-8656-0ac9c3a926ff" providerId="ADAL" clId="{0CF7003A-B912-46BD-8A46-68D086FF1ED7}" dt="2026-04-24T16:20:15.771" v="1422" actId="478"/>
          <ac:spMkLst>
            <pc:docMk/>
            <pc:sldMk cId="710168026" sldId="844"/>
            <ac:spMk id="34" creationId="{8C908A63-FAAE-FC0D-1BE5-8DA6C2F0B901}"/>
          </ac:spMkLst>
        </pc:spChg>
        <pc:spChg chg="add del mod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35" creationId="{F80FE2FD-E120-2B76-1ABD-B88A12C4D887}"/>
          </ac:spMkLst>
        </pc:spChg>
        <pc:spChg chg="add del mod">
          <ac:chgData name="Lequio, Giacomo" userId="1fb58766-645b-4d75-8656-0ac9c3a926ff" providerId="ADAL" clId="{0CF7003A-B912-46BD-8A46-68D086FF1ED7}" dt="2026-04-24T16:20:15.771" v="1422" actId="478"/>
          <ac:spMkLst>
            <pc:docMk/>
            <pc:sldMk cId="710168026" sldId="844"/>
            <ac:spMk id="36" creationId="{799022B1-E700-56DA-181F-6143685A9C4A}"/>
          </ac:spMkLst>
        </pc:spChg>
        <pc:spChg chg="del mod">
          <ac:chgData name="Lequio, Giacomo" userId="1fb58766-645b-4d75-8656-0ac9c3a926ff" providerId="ADAL" clId="{0CF7003A-B912-46BD-8A46-68D086FF1ED7}" dt="2026-04-24T16:20:17.605" v="1423" actId="478"/>
          <ac:spMkLst>
            <pc:docMk/>
            <pc:sldMk cId="710168026" sldId="844"/>
            <ac:spMk id="37" creationId="{AE4D4558-C0B2-3148-4050-F428C8DE2A3D}"/>
          </ac:spMkLst>
        </pc:spChg>
        <pc:spChg chg="add del mod">
          <ac:chgData name="Lequio, Giacomo" userId="1fb58766-645b-4d75-8656-0ac9c3a926ff" providerId="ADAL" clId="{0CF7003A-B912-46BD-8A46-68D086FF1ED7}" dt="2026-04-24T16:19:59.583" v="1415" actId="478"/>
          <ac:spMkLst>
            <pc:docMk/>
            <pc:sldMk cId="710168026" sldId="844"/>
            <ac:spMk id="38" creationId="{61332F19-9FEF-83F0-3C6D-AE88ED1EA0D8}"/>
          </ac:spMkLst>
        </pc:spChg>
        <pc:spChg chg="add del mod">
          <ac:chgData name="Lequio, Giacomo" userId="1fb58766-645b-4d75-8656-0ac9c3a926ff" providerId="ADAL" clId="{0CF7003A-B912-46BD-8A46-68D086FF1ED7}" dt="2026-04-24T16:20:15.771" v="1422" actId="478"/>
          <ac:spMkLst>
            <pc:docMk/>
            <pc:sldMk cId="710168026" sldId="844"/>
            <ac:spMk id="39" creationId="{540C45A8-FBD6-EB02-C45C-1CB9E9B3375A}"/>
          </ac:spMkLst>
        </pc:spChg>
        <pc:spChg chg="add del mod">
          <ac:chgData name="Lequio, Giacomo" userId="1fb58766-645b-4d75-8656-0ac9c3a926ff" providerId="ADAL" clId="{0CF7003A-B912-46BD-8A46-68D086FF1ED7}" dt="2026-04-24T16:20:15.771" v="1422" actId="478"/>
          <ac:spMkLst>
            <pc:docMk/>
            <pc:sldMk cId="710168026" sldId="844"/>
            <ac:spMk id="40" creationId="{4D317A9D-1FBC-5FF0-9516-38EC4E3F3396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1" creationId="{B8A74F90-9A54-8E7B-274F-C1AA3A19D1F7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2" creationId="{25F74A64-7AAB-A746-6183-6BC4EEC5E76B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3" creationId="{D1F65372-6B40-9FAB-FF3F-BEAF55EB4663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4" creationId="{1E9D373C-4D04-C043-C4E2-398CD328E476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5" creationId="{A0CD751E-3687-1A1F-BF91-CAD59CC73C0A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6" creationId="{63FA231B-63DA-5564-657D-CDA8ECCEA2C6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7" creationId="{C55E4A88-15C7-1E59-5660-90F23A8CC321}"/>
          </ac:spMkLst>
        </pc:spChg>
        <pc:spChg chg="add mod">
          <ac:chgData name="Lequio, Giacomo" userId="1fb58766-645b-4d75-8656-0ac9c3a926ff" providerId="ADAL" clId="{0CF7003A-B912-46BD-8A46-68D086FF1ED7}" dt="2026-04-24T16:19:59.962" v="1416"/>
          <ac:spMkLst>
            <pc:docMk/>
            <pc:sldMk cId="710168026" sldId="844"/>
            <ac:spMk id="48" creationId="{A8C9CA66-B5AC-9078-C23E-453E020631E5}"/>
          </ac:spMkLst>
        </pc:spChg>
        <pc:spChg chg="add del mod">
          <ac:chgData name="Lequio, Giacomo" userId="1fb58766-645b-4d75-8656-0ac9c3a926ff" providerId="ADAL" clId="{0CF7003A-B912-46BD-8A46-68D086FF1ED7}" dt="2026-04-24T16:20:02.409" v="1417" actId="478"/>
          <ac:spMkLst>
            <pc:docMk/>
            <pc:sldMk cId="710168026" sldId="844"/>
            <ac:spMk id="49" creationId="{40FE9758-6118-59AA-8415-27E7429168B1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0" creationId="{B854EA57-1A9E-11DA-2BF9-36B7EA728D54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1" creationId="{233A6541-607C-4FC5-FAE0-5160B94094E2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2" creationId="{7474940A-812C-7662-8F70-144D145A2C80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3" creationId="{8FF1ADC7-6881-C2FB-432B-D11AFCDC7B09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4" creationId="{9EB55F30-0975-6FEC-F61F-D4B109CD076F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5" creationId="{2AAAADA5-2B20-9064-66C4-2DB93F36475F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6" creationId="{82ACDE86-1442-56E1-EC3B-D2D9E72EE794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7" creationId="{02E22A4D-BE1A-77A3-37BE-DE28E6E83630}"/>
          </ac:spMkLst>
        </pc:spChg>
        <pc:spChg chg="add mod">
          <ac:chgData name="Lequio, Giacomo" userId="1fb58766-645b-4d75-8656-0ac9c3a926ff" providerId="ADAL" clId="{0CF7003A-B912-46BD-8A46-68D086FF1ED7}" dt="2026-04-24T16:20:10.582" v="1420"/>
          <ac:spMkLst>
            <pc:docMk/>
            <pc:sldMk cId="710168026" sldId="844"/>
            <ac:spMk id="59" creationId="{331F880F-B3AB-AFA0-3407-78898C9A99D0}"/>
          </ac:spMkLst>
        </pc:spChg>
        <pc:spChg chg="add mod">
          <ac:chgData name="Lequio, Giacomo" userId="1fb58766-645b-4d75-8656-0ac9c3a926ff" providerId="ADAL" clId="{0CF7003A-B912-46BD-8A46-68D086FF1ED7}" dt="2026-04-24T16:20:23.567" v="1425" actId="571"/>
          <ac:spMkLst>
            <pc:docMk/>
            <pc:sldMk cId="710168026" sldId="844"/>
            <ac:spMk id="60" creationId="{E4E609A9-8361-08E1-03D7-FC5EE469A4FA}"/>
          </ac:spMkLst>
        </pc:spChg>
        <pc:spChg chg="add mod">
          <ac:chgData name="Lequio, Giacomo" userId="1fb58766-645b-4d75-8656-0ac9c3a926ff" providerId="ADAL" clId="{0CF7003A-B912-46BD-8A46-68D086FF1ED7}" dt="2026-04-24T16:20:23.567" v="1425" actId="571"/>
          <ac:spMkLst>
            <pc:docMk/>
            <pc:sldMk cId="710168026" sldId="844"/>
            <ac:spMk id="61" creationId="{AD72EE32-C4E1-7979-05CF-5011CB6E5C9E}"/>
          </ac:spMkLst>
        </pc:spChg>
        <pc:spChg chg="add mod">
          <ac:chgData name="Lequio, Giacomo" userId="1fb58766-645b-4d75-8656-0ac9c3a926ff" providerId="ADAL" clId="{0CF7003A-B912-46BD-8A46-68D086FF1ED7}" dt="2026-04-24T16:20:23.567" v="1425" actId="571"/>
          <ac:spMkLst>
            <pc:docMk/>
            <pc:sldMk cId="710168026" sldId="844"/>
            <ac:spMk id="62" creationId="{590D2DE7-9C32-B077-4B48-B0F25699D24B}"/>
          </ac:spMkLst>
        </pc:spChg>
        <pc:spChg chg="add mod">
          <ac:chgData name="Lequio, Giacomo" userId="1fb58766-645b-4d75-8656-0ac9c3a926ff" providerId="ADAL" clId="{0CF7003A-B912-46BD-8A46-68D086FF1ED7}" dt="2026-04-24T16:20:32.230" v="1430" actId="20577"/>
          <ac:spMkLst>
            <pc:docMk/>
            <pc:sldMk cId="710168026" sldId="844"/>
            <ac:spMk id="63" creationId="{9D037E79-32DC-3009-FE9F-CD439DA2DF09}"/>
          </ac:spMkLst>
        </pc:spChg>
        <pc:spChg chg="add mod">
          <ac:chgData name="Lequio, Giacomo" userId="1fb58766-645b-4d75-8656-0ac9c3a926ff" providerId="ADAL" clId="{0CF7003A-B912-46BD-8A46-68D086FF1ED7}" dt="2026-04-24T16:20:28.107" v="1426" actId="571"/>
          <ac:spMkLst>
            <pc:docMk/>
            <pc:sldMk cId="710168026" sldId="844"/>
            <ac:spMk id="64" creationId="{88590FC2-572E-CAE6-9773-64D161BDBC68}"/>
          </ac:spMkLst>
        </pc:spChg>
        <pc:spChg chg="add mod">
          <ac:chgData name="Lequio, Giacomo" userId="1fb58766-645b-4d75-8656-0ac9c3a926ff" providerId="ADAL" clId="{0CF7003A-B912-46BD-8A46-68D086FF1ED7}" dt="2026-04-24T16:20:35.035" v="1434" actId="20577"/>
          <ac:spMkLst>
            <pc:docMk/>
            <pc:sldMk cId="710168026" sldId="844"/>
            <ac:spMk id="65" creationId="{B59EDF2B-685E-D55E-8632-2399400D03DF}"/>
          </ac:spMkLst>
        </pc:spChg>
        <pc:spChg chg="add mod">
          <ac:chgData name="Lequio, Giacomo" userId="1fb58766-645b-4d75-8656-0ac9c3a926ff" providerId="ADAL" clId="{0CF7003A-B912-46BD-8A46-68D086FF1ED7}" dt="2026-04-24T16:20:28.107" v="1426" actId="571"/>
          <ac:spMkLst>
            <pc:docMk/>
            <pc:sldMk cId="710168026" sldId="844"/>
            <ac:spMk id="66" creationId="{702F7588-B54C-95A2-D4B6-507806D4D0CF}"/>
          </ac:spMkLst>
        </pc:spChg>
      </pc:sldChg>
      <pc:sldChg chg="modSp mod">
        <pc:chgData name="Lequio, Giacomo" userId="1fb58766-645b-4d75-8656-0ac9c3a926ff" providerId="ADAL" clId="{0CF7003A-B912-46BD-8A46-68D086FF1ED7}" dt="2026-04-17T12:05:46.927" v="186" actId="313"/>
        <pc:sldMkLst>
          <pc:docMk/>
          <pc:sldMk cId="3423627019" sldId="847"/>
        </pc:sldMkLst>
        <pc:spChg chg="mod">
          <ac:chgData name="Lequio, Giacomo" userId="1fb58766-645b-4d75-8656-0ac9c3a926ff" providerId="ADAL" clId="{0CF7003A-B912-46BD-8A46-68D086FF1ED7}" dt="2026-04-17T12:05:46.927" v="186" actId="313"/>
          <ac:spMkLst>
            <pc:docMk/>
            <pc:sldMk cId="3423627019" sldId="847"/>
            <ac:spMk id="35" creationId="{D76112FB-C482-387E-DE0F-8A8F8D3F7EF9}"/>
          </ac:spMkLst>
        </pc:spChg>
      </pc:sldChg>
      <pc:sldChg chg="modSp mod">
        <pc:chgData name="Lequio, Giacomo" userId="1fb58766-645b-4d75-8656-0ac9c3a926ff" providerId="ADAL" clId="{0CF7003A-B912-46BD-8A46-68D086FF1ED7}" dt="2026-04-17T12:05:48.289" v="187" actId="313"/>
        <pc:sldMkLst>
          <pc:docMk/>
          <pc:sldMk cId="2852125459" sldId="849"/>
        </pc:sldMkLst>
        <pc:spChg chg="mod">
          <ac:chgData name="Lequio, Giacomo" userId="1fb58766-645b-4d75-8656-0ac9c3a926ff" providerId="ADAL" clId="{0CF7003A-B912-46BD-8A46-68D086FF1ED7}" dt="2026-04-17T12:05:48.289" v="187" actId="313"/>
          <ac:spMkLst>
            <pc:docMk/>
            <pc:sldMk cId="2852125459" sldId="849"/>
            <ac:spMk id="35" creationId="{21C5A211-F2C6-823D-94A1-479036718CF3}"/>
          </ac:spMkLst>
        </pc:spChg>
      </pc:sldChg>
      <pc:sldChg chg="modSp mod">
        <pc:chgData name="Lequio, Giacomo" userId="1fb58766-645b-4d75-8656-0ac9c3a926ff" providerId="ADAL" clId="{0CF7003A-B912-46BD-8A46-68D086FF1ED7}" dt="2026-04-17T12:02:10.826" v="142" actId="313"/>
        <pc:sldMkLst>
          <pc:docMk/>
          <pc:sldMk cId="663323744" sldId="850"/>
        </pc:sldMkLst>
        <pc:spChg chg="mod">
          <ac:chgData name="Lequio, Giacomo" userId="1fb58766-645b-4d75-8656-0ac9c3a926ff" providerId="ADAL" clId="{0CF7003A-B912-46BD-8A46-68D086FF1ED7}" dt="2026-04-17T12:02:10.826" v="142" actId="313"/>
          <ac:spMkLst>
            <pc:docMk/>
            <pc:sldMk cId="663323744" sldId="850"/>
            <ac:spMk id="35" creationId="{3A13A54E-C162-3A8A-43B1-8F42B8F9B182}"/>
          </ac:spMkLst>
        </pc:spChg>
      </pc:sldChg>
      <pc:sldChg chg="modSp mod">
        <pc:chgData name="Lequio, Giacomo" userId="1fb58766-645b-4d75-8656-0ac9c3a926ff" providerId="ADAL" clId="{0CF7003A-B912-46BD-8A46-68D086FF1ED7}" dt="2026-04-17T12:02:12.343" v="143" actId="313"/>
        <pc:sldMkLst>
          <pc:docMk/>
          <pc:sldMk cId="461299914" sldId="851"/>
        </pc:sldMkLst>
        <pc:spChg chg="mod">
          <ac:chgData name="Lequio, Giacomo" userId="1fb58766-645b-4d75-8656-0ac9c3a926ff" providerId="ADAL" clId="{0CF7003A-B912-46BD-8A46-68D086FF1ED7}" dt="2026-04-17T12:02:12.343" v="143" actId="313"/>
          <ac:spMkLst>
            <pc:docMk/>
            <pc:sldMk cId="461299914" sldId="851"/>
            <ac:spMk id="35" creationId="{76FCBEB4-7C49-9856-C83B-4475F13761FC}"/>
          </ac:spMkLst>
        </pc:spChg>
      </pc:sldChg>
      <pc:sldChg chg="add del">
        <pc:chgData name="Lequio, Giacomo" userId="1fb58766-645b-4d75-8656-0ac9c3a926ff" providerId="ADAL" clId="{0CF7003A-B912-46BD-8A46-68D086FF1ED7}" dt="2026-04-23T16:04:50.580" v="260" actId="47"/>
        <pc:sldMkLst>
          <pc:docMk/>
          <pc:sldMk cId="4020198837" sldId="853"/>
        </pc:sldMkLst>
      </pc:sldChg>
      <pc:sldChg chg="addSp modSp mod">
        <pc:chgData name="Lequio, Giacomo" userId="1fb58766-645b-4d75-8656-0ac9c3a926ff" providerId="ADAL" clId="{0CF7003A-B912-46BD-8A46-68D086FF1ED7}" dt="2026-04-23T16:07:25.151" v="275" actId="1076"/>
        <pc:sldMkLst>
          <pc:docMk/>
          <pc:sldMk cId="3662283734" sldId="855"/>
        </pc:sldMkLst>
        <pc:spChg chg="add mod">
          <ac:chgData name="Lequio, Giacomo" userId="1fb58766-645b-4d75-8656-0ac9c3a926ff" providerId="ADAL" clId="{0CF7003A-B912-46BD-8A46-68D086FF1ED7}" dt="2026-04-23T16:07:25.151" v="275" actId="1076"/>
          <ac:spMkLst>
            <pc:docMk/>
            <pc:sldMk cId="3662283734" sldId="855"/>
            <ac:spMk id="3" creationId="{9C32825C-100D-AC3B-97C0-EFC2E54466AC}"/>
          </ac:spMkLst>
        </pc:spChg>
      </pc:sldChg>
      <pc:sldChg chg="add del">
        <pc:chgData name="Lequio, Giacomo" userId="1fb58766-645b-4d75-8656-0ac9c3a926ff" providerId="ADAL" clId="{0CF7003A-B912-46BD-8A46-68D086FF1ED7}" dt="2026-04-23T16:04:48.766" v="252" actId="47"/>
        <pc:sldMkLst>
          <pc:docMk/>
          <pc:sldMk cId="3271845810" sldId="856"/>
        </pc:sldMkLst>
      </pc:sldChg>
      <pc:sldChg chg="add del">
        <pc:chgData name="Lequio, Giacomo" userId="1fb58766-645b-4d75-8656-0ac9c3a926ff" providerId="ADAL" clId="{0CF7003A-B912-46BD-8A46-68D086FF1ED7}" dt="2026-04-23T16:04:48.911" v="253" actId="47"/>
        <pc:sldMkLst>
          <pc:docMk/>
          <pc:sldMk cId="1627622402" sldId="857"/>
        </pc:sldMkLst>
      </pc:sldChg>
      <pc:sldChg chg="add del">
        <pc:chgData name="Lequio, Giacomo" userId="1fb58766-645b-4d75-8656-0ac9c3a926ff" providerId="ADAL" clId="{0CF7003A-B912-46BD-8A46-68D086FF1ED7}" dt="2026-04-23T16:04:49.070" v="254" actId="47"/>
        <pc:sldMkLst>
          <pc:docMk/>
          <pc:sldMk cId="2799759703" sldId="858"/>
        </pc:sldMkLst>
      </pc:sldChg>
      <pc:sldChg chg="add del">
        <pc:chgData name="Lequio, Giacomo" userId="1fb58766-645b-4d75-8656-0ac9c3a926ff" providerId="ADAL" clId="{0CF7003A-B912-46BD-8A46-68D086FF1ED7}" dt="2026-04-23T16:04:49.365" v="256" actId="47"/>
        <pc:sldMkLst>
          <pc:docMk/>
          <pc:sldMk cId="1060170125" sldId="859"/>
        </pc:sldMkLst>
      </pc:sldChg>
      <pc:sldChg chg="add del">
        <pc:chgData name="Lequio, Giacomo" userId="1fb58766-645b-4d75-8656-0ac9c3a926ff" providerId="ADAL" clId="{0CF7003A-B912-46BD-8A46-68D086FF1ED7}" dt="2026-04-23T16:04:49.219" v="255" actId="47"/>
        <pc:sldMkLst>
          <pc:docMk/>
          <pc:sldMk cId="2109247207" sldId="860"/>
        </pc:sldMkLst>
      </pc:sldChg>
      <pc:sldChg chg="add del">
        <pc:chgData name="Lequio, Giacomo" userId="1fb58766-645b-4d75-8656-0ac9c3a926ff" providerId="ADAL" clId="{0CF7003A-B912-46BD-8A46-68D086FF1ED7}" dt="2026-04-23T16:04:49.502" v="257" actId="47"/>
        <pc:sldMkLst>
          <pc:docMk/>
          <pc:sldMk cId="2675825803" sldId="861"/>
        </pc:sldMkLst>
      </pc:sldChg>
      <pc:sldChg chg="add del">
        <pc:chgData name="Lequio, Giacomo" userId="1fb58766-645b-4d75-8656-0ac9c3a926ff" providerId="ADAL" clId="{0CF7003A-B912-46BD-8A46-68D086FF1ED7}" dt="2026-04-23T16:04:50.332" v="258" actId="47"/>
        <pc:sldMkLst>
          <pc:docMk/>
          <pc:sldMk cId="3001712850" sldId="862"/>
        </pc:sldMkLst>
      </pc:sldChg>
      <pc:sldChg chg="add del">
        <pc:chgData name="Lequio, Giacomo" userId="1fb58766-645b-4d75-8656-0ac9c3a926ff" providerId="ADAL" clId="{0CF7003A-B912-46BD-8A46-68D086FF1ED7}" dt="2026-04-23T16:04:50.449" v="259" actId="47"/>
        <pc:sldMkLst>
          <pc:docMk/>
          <pc:sldMk cId="343265684" sldId="863"/>
        </pc:sldMkLst>
      </pc:sldChg>
      <pc:sldChg chg="add del">
        <pc:chgData name="Lequio, Giacomo" userId="1fb58766-645b-4d75-8656-0ac9c3a926ff" providerId="ADAL" clId="{0CF7003A-B912-46BD-8A46-68D086FF1ED7}" dt="2026-04-23T16:04:48.596" v="251" actId="47"/>
        <pc:sldMkLst>
          <pc:docMk/>
          <pc:sldMk cId="1838394040" sldId="865"/>
        </pc:sldMkLst>
      </pc:sldChg>
      <pc:sldChg chg="addSp delSp modSp del mod">
        <pc:chgData name="Lequio, Giacomo" userId="1fb58766-645b-4d75-8656-0ac9c3a926ff" providerId="ADAL" clId="{0CF7003A-B912-46BD-8A46-68D086FF1ED7}" dt="2026-04-23T16:06:56.397" v="273" actId="47"/>
        <pc:sldMkLst>
          <pc:docMk/>
          <pc:sldMk cId="3917196195" sldId="866"/>
        </pc:sldMkLst>
        <pc:spChg chg="mod">
          <ac:chgData name="Lequio, Giacomo" userId="1fb58766-645b-4d75-8656-0ac9c3a926ff" providerId="ADAL" clId="{0CF7003A-B912-46BD-8A46-68D086FF1ED7}" dt="2026-04-23T16:06:54.670" v="272" actId="1076"/>
          <ac:spMkLst>
            <pc:docMk/>
            <pc:sldMk cId="3917196195" sldId="866"/>
            <ac:spMk id="21" creationId="{7A01DCC3-8D07-BA81-D5E7-53AE947D717B}"/>
          </ac:spMkLst>
        </pc:spChg>
        <pc:spChg chg="mod">
          <ac:chgData name="Lequio, Giacomo" userId="1fb58766-645b-4d75-8656-0ac9c3a926ff" providerId="ADAL" clId="{0CF7003A-B912-46BD-8A46-68D086FF1ED7}" dt="2026-04-23T16:05:13.636" v="270" actId="1076"/>
          <ac:spMkLst>
            <pc:docMk/>
            <pc:sldMk cId="3917196195" sldId="866"/>
            <ac:spMk id="40" creationId="{82DC7A7D-3B0E-55AC-6BD7-CFDEC8988E9B}"/>
          </ac:spMkLst>
        </pc:spChg>
        <pc:spChg chg="add del">
          <ac:chgData name="Lequio, Giacomo" userId="1fb58766-645b-4d75-8656-0ac9c3a926ff" providerId="ADAL" clId="{0CF7003A-B912-46BD-8A46-68D086FF1ED7}" dt="2026-04-23T16:05:02.362" v="265" actId="478"/>
          <ac:spMkLst>
            <pc:docMk/>
            <pc:sldMk cId="3917196195" sldId="866"/>
            <ac:spMk id="42" creationId="{5F76CA0A-BEE3-BBF5-A397-3616A2EAE468}"/>
          </ac:spMkLst>
        </pc:spChg>
        <pc:spChg chg="add del">
          <ac:chgData name="Lequio, Giacomo" userId="1fb58766-645b-4d75-8656-0ac9c3a926ff" providerId="ADAL" clId="{0CF7003A-B912-46BD-8A46-68D086FF1ED7}" dt="2026-04-23T16:05:02.566" v="266" actId="478"/>
          <ac:spMkLst>
            <pc:docMk/>
            <pc:sldMk cId="3917196195" sldId="866"/>
            <ac:spMk id="43" creationId="{2F3F5474-9C19-7885-F8F8-EA8608B95A74}"/>
          </ac:spMkLst>
        </pc:spChg>
        <pc:spChg chg="del">
          <ac:chgData name="Lequio, Giacomo" userId="1fb58766-645b-4d75-8656-0ac9c3a926ff" providerId="ADAL" clId="{0CF7003A-B912-46BD-8A46-68D086FF1ED7}" dt="2026-04-23T16:05:04.720" v="267" actId="478"/>
          <ac:spMkLst>
            <pc:docMk/>
            <pc:sldMk cId="3917196195" sldId="866"/>
            <ac:spMk id="47" creationId="{02780882-1674-51BE-6919-AE5D45FAEF58}"/>
          </ac:spMkLst>
        </pc:spChg>
        <pc:spChg chg="mod">
          <ac:chgData name="Lequio, Giacomo" userId="1fb58766-645b-4d75-8656-0ac9c3a926ff" providerId="ADAL" clId="{0CF7003A-B912-46BD-8A46-68D086FF1ED7}" dt="2026-04-23T16:05:11.780" v="269" actId="1076"/>
          <ac:spMkLst>
            <pc:docMk/>
            <pc:sldMk cId="3917196195" sldId="866"/>
            <ac:spMk id="49" creationId="{1AD2CDE8-9390-8E08-69B8-9B351FBF9737}"/>
          </ac:spMkLst>
        </pc:spChg>
      </pc:sldChg>
      <pc:sldChg chg="modSp mod">
        <pc:chgData name="Lequio, Giacomo" userId="1fb58766-645b-4d75-8656-0ac9c3a926ff" providerId="ADAL" clId="{0CF7003A-B912-46BD-8A46-68D086FF1ED7}" dt="2026-04-24T08:26:24.980" v="341"/>
        <pc:sldMkLst>
          <pc:docMk/>
          <pc:sldMk cId="1103613934" sldId="877"/>
        </pc:sldMkLst>
        <pc:graphicFrameChg chg="mod modGraphic">
          <ac:chgData name="Lequio, Giacomo" userId="1fb58766-645b-4d75-8656-0ac9c3a926ff" providerId="ADAL" clId="{0CF7003A-B912-46BD-8A46-68D086FF1ED7}" dt="2026-04-24T08:26:24.980" v="341"/>
          <ac:graphicFrameMkLst>
            <pc:docMk/>
            <pc:sldMk cId="1103613934" sldId="877"/>
            <ac:graphicFrameMk id="24" creationId="{DBF40D29-2360-DAA2-4A83-BECDE62A4F07}"/>
          </ac:graphicFrameMkLst>
        </pc:graphicFrameChg>
      </pc:sldChg>
      <pc:sldChg chg="modSp add mod">
        <pc:chgData name="Lequio, Giacomo" userId="1fb58766-645b-4d75-8656-0ac9c3a926ff" providerId="ADAL" clId="{0CF7003A-B912-46BD-8A46-68D086FF1ED7}" dt="2026-04-23T16:07:30.065" v="277" actId="1076"/>
        <pc:sldMkLst>
          <pc:docMk/>
          <pc:sldMk cId="2061880105" sldId="880"/>
        </pc:sldMkLst>
        <pc:spChg chg="mod">
          <ac:chgData name="Lequio, Giacomo" userId="1fb58766-645b-4d75-8656-0ac9c3a926ff" providerId="ADAL" clId="{0CF7003A-B912-46BD-8A46-68D086FF1ED7}" dt="2026-04-23T16:07:30.065" v="277" actId="1076"/>
          <ac:spMkLst>
            <pc:docMk/>
            <pc:sldMk cId="2061880105" sldId="880"/>
            <ac:spMk id="8" creationId="{C6E6801F-4EF0-62DB-4472-64931BC10D69}"/>
          </ac:spMkLst>
        </pc:spChg>
      </pc:sldChg>
      <pc:sldChg chg="delSp modSp add mod">
        <pc:chgData name="Lequio, Giacomo" userId="1fb58766-645b-4d75-8656-0ac9c3a926ff" providerId="ADAL" clId="{0CF7003A-B912-46BD-8A46-68D086FF1ED7}" dt="2026-04-24T09:14:55.098" v="846" actId="478"/>
        <pc:sldMkLst>
          <pc:docMk/>
          <pc:sldMk cId="2305027244" sldId="881"/>
        </pc:sldMkLst>
        <pc:spChg chg="del">
          <ac:chgData name="Lequio, Giacomo" userId="1fb58766-645b-4d75-8656-0ac9c3a926ff" providerId="ADAL" clId="{0CF7003A-B912-46BD-8A46-68D086FF1ED7}" dt="2026-04-24T09:14:55.098" v="846" actId="478"/>
          <ac:spMkLst>
            <pc:docMk/>
            <pc:sldMk cId="2305027244" sldId="881"/>
            <ac:spMk id="5" creationId="{57A944F8-E327-1868-89AB-AD8E5A2DBCE9}"/>
          </ac:spMkLst>
        </pc:spChg>
        <pc:spChg chg="del mod ord">
          <ac:chgData name="Lequio, Giacomo" userId="1fb58766-645b-4d75-8656-0ac9c3a926ff" providerId="ADAL" clId="{0CF7003A-B912-46BD-8A46-68D086FF1ED7}" dt="2026-04-24T09:14:53.948" v="845" actId="478"/>
          <ac:spMkLst>
            <pc:docMk/>
            <pc:sldMk cId="2305027244" sldId="881"/>
            <ac:spMk id="13" creationId="{44D433CB-8E72-FEEF-0167-D43960C4560C}"/>
          </ac:spMkLst>
        </pc:spChg>
      </pc:sldChg>
      <pc:sldChg chg="addSp delSp modSp add del mod modShow">
        <pc:chgData name="Lequio, Giacomo" userId="1fb58766-645b-4d75-8656-0ac9c3a926ff" providerId="ADAL" clId="{0CF7003A-B912-46BD-8A46-68D086FF1ED7}" dt="2026-04-24T09:15:02.040" v="848" actId="2696"/>
        <pc:sldMkLst>
          <pc:docMk/>
          <pc:sldMk cId="2483414363" sldId="882"/>
        </pc:sldMkLst>
        <pc:spChg chg="add mod">
          <ac:chgData name="Lequio, Giacomo" userId="1fb58766-645b-4d75-8656-0ac9c3a926ff" providerId="ADAL" clId="{0CF7003A-B912-46BD-8A46-68D086FF1ED7}" dt="2026-04-24T08:32:42.703" v="349"/>
          <ac:spMkLst>
            <pc:docMk/>
            <pc:sldMk cId="2483414363" sldId="882"/>
            <ac:spMk id="6" creationId="{AD3C2FC6-24F2-CA8A-284B-1DD17E5BC12E}"/>
          </ac:spMkLst>
        </pc:spChg>
        <pc:spChg chg="mod topLvl">
          <ac:chgData name="Lequio, Giacomo" userId="1fb58766-645b-4d75-8656-0ac9c3a926ff" providerId="ADAL" clId="{0CF7003A-B912-46BD-8A46-68D086FF1ED7}" dt="2026-04-24T08:36:30.603" v="623" actId="1036"/>
          <ac:spMkLst>
            <pc:docMk/>
            <pc:sldMk cId="2483414363" sldId="882"/>
            <ac:spMk id="10" creationId="{C0808816-94CA-8C2F-19A4-AA60DB03812D}"/>
          </ac:spMkLst>
        </pc:spChg>
        <pc:spChg chg="mod topLvl">
          <ac:chgData name="Lequio, Giacomo" userId="1fb58766-645b-4d75-8656-0ac9c3a926ff" providerId="ADAL" clId="{0CF7003A-B912-46BD-8A46-68D086FF1ED7}" dt="2026-04-24T08:36:30.603" v="623" actId="1036"/>
          <ac:spMkLst>
            <pc:docMk/>
            <pc:sldMk cId="2483414363" sldId="882"/>
            <ac:spMk id="19" creationId="{CEE3A58B-7F41-AF2B-C7B5-BF8A1F535A66}"/>
          </ac:spMkLst>
        </pc:spChg>
        <pc:spChg chg="mod">
          <ac:chgData name="Lequio, Giacomo" userId="1fb58766-645b-4d75-8656-0ac9c3a926ff" providerId="ADAL" clId="{0CF7003A-B912-46BD-8A46-68D086FF1ED7}" dt="2026-04-24T08:34:43.920" v="500" actId="165"/>
          <ac:spMkLst>
            <pc:docMk/>
            <pc:sldMk cId="2483414363" sldId="882"/>
            <ac:spMk id="23" creationId="{4EC1005B-C07B-1113-1258-1598C0BD390B}"/>
          </ac:spMkLst>
        </pc:spChg>
        <pc:spChg chg="mod">
          <ac:chgData name="Lequio, Giacomo" userId="1fb58766-645b-4d75-8656-0ac9c3a926ff" providerId="ADAL" clId="{0CF7003A-B912-46BD-8A46-68D086FF1ED7}" dt="2026-04-24T08:34:43.920" v="500" actId="165"/>
          <ac:spMkLst>
            <pc:docMk/>
            <pc:sldMk cId="2483414363" sldId="882"/>
            <ac:spMk id="26" creationId="{874AC98F-F815-1FB1-6158-EAE6E47E3A05}"/>
          </ac:spMkLst>
        </pc:spChg>
        <pc:spChg chg="del mod">
          <ac:chgData name="Lequio, Giacomo" userId="1fb58766-645b-4d75-8656-0ac9c3a926ff" providerId="ADAL" clId="{0CF7003A-B912-46BD-8A46-68D086FF1ED7}" dt="2026-04-24T08:34:25.481" v="454" actId="478"/>
          <ac:spMkLst>
            <pc:docMk/>
            <pc:sldMk cId="2483414363" sldId="882"/>
            <ac:spMk id="27" creationId="{E0697292-818A-1006-471D-7150B8B3A731}"/>
          </ac:spMkLst>
        </pc:spChg>
        <pc:spChg chg="mod">
          <ac:chgData name="Lequio, Giacomo" userId="1fb58766-645b-4d75-8656-0ac9c3a926ff" providerId="ADAL" clId="{0CF7003A-B912-46BD-8A46-68D086FF1ED7}" dt="2026-04-24T08:35:51.427" v="568" actId="1036"/>
          <ac:spMkLst>
            <pc:docMk/>
            <pc:sldMk cId="2483414363" sldId="882"/>
            <ac:spMk id="30" creationId="{5F589B99-BEBD-4DAB-B846-577DE22D1BB5}"/>
          </ac:spMkLst>
        </pc:spChg>
        <pc:spChg chg="add mod">
          <ac:chgData name="Lequio, Giacomo" userId="1fb58766-645b-4d75-8656-0ac9c3a926ff" providerId="ADAL" clId="{0CF7003A-B912-46BD-8A46-68D086FF1ED7}" dt="2026-04-24T08:35:51.427" v="568" actId="1036"/>
          <ac:spMkLst>
            <pc:docMk/>
            <pc:sldMk cId="2483414363" sldId="882"/>
            <ac:spMk id="31" creationId="{5021818B-8719-A6DE-88EF-926C6ACEE8E5}"/>
          </ac:spMkLst>
        </pc:spChg>
        <pc:spChg chg="add mod">
          <ac:chgData name="Lequio, Giacomo" userId="1fb58766-645b-4d75-8656-0ac9c3a926ff" providerId="ADAL" clId="{0CF7003A-B912-46BD-8A46-68D086FF1ED7}" dt="2026-04-24T09:08:42.330" v="831" actId="20577"/>
          <ac:spMkLst>
            <pc:docMk/>
            <pc:sldMk cId="2483414363" sldId="882"/>
            <ac:spMk id="34" creationId="{841E76B9-4139-6422-94B8-2E6C67819120}"/>
          </ac:spMkLst>
        </pc:spChg>
        <pc:spChg chg="add mod">
          <ac:chgData name="Lequio, Giacomo" userId="1fb58766-645b-4d75-8656-0ac9c3a926ff" providerId="ADAL" clId="{0CF7003A-B912-46BD-8A46-68D086FF1ED7}" dt="2026-04-24T09:08:47.388" v="843" actId="20577"/>
          <ac:spMkLst>
            <pc:docMk/>
            <pc:sldMk cId="2483414363" sldId="882"/>
            <ac:spMk id="37" creationId="{F67A8177-AA29-A89A-A398-96E7C5B78280}"/>
          </ac:spMkLst>
        </pc:spChg>
        <pc:spChg chg="add del mod">
          <ac:chgData name="Lequio, Giacomo" userId="1fb58766-645b-4d75-8656-0ac9c3a926ff" providerId="ADAL" clId="{0CF7003A-B912-46BD-8A46-68D086FF1ED7}" dt="2026-04-24T08:39:57.431" v="819" actId="478"/>
          <ac:spMkLst>
            <pc:docMk/>
            <pc:sldMk cId="2483414363" sldId="882"/>
            <ac:spMk id="41" creationId="{15412386-5172-BC5B-30DD-37E6734CA001}"/>
          </ac:spMkLst>
        </pc:spChg>
        <pc:grpChg chg="add del mod">
          <ac:chgData name="Lequio, Giacomo" userId="1fb58766-645b-4d75-8656-0ac9c3a926ff" providerId="ADAL" clId="{0CF7003A-B912-46BD-8A46-68D086FF1ED7}" dt="2026-04-24T08:34:43.920" v="500" actId="165"/>
          <ac:grpSpMkLst>
            <pc:docMk/>
            <pc:sldMk cId="2483414363" sldId="882"/>
            <ac:grpSpMk id="8" creationId="{ED5E93C2-8CAC-B00A-B0EC-B9127C98DEE7}"/>
          </ac:grpSpMkLst>
        </pc:grpChg>
        <pc:grpChg chg="mod topLvl">
          <ac:chgData name="Lequio, Giacomo" userId="1fb58766-645b-4d75-8656-0ac9c3a926ff" providerId="ADAL" clId="{0CF7003A-B912-46BD-8A46-68D086FF1ED7}" dt="2026-04-24T08:34:49.068" v="501" actId="14100"/>
          <ac:grpSpMkLst>
            <pc:docMk/>
            <pc:sldMk cId="2483414363" sldId="882"/>
            <ac:grpSpMk id="9" creationId="{49480965-BDB7-C18E-B5AA-026BF345BDDC}"/>
          </ac:grpSpMkLst>
        </pc:grpChg>
        <pc:picChg chg="del mod">
          <ac:chgData name="Lequio, Giacomo" userId="1fb58766-645b-4d75-8656-0ac9c3a926ff" providerId="ADAL" clId="{0CF7003A-B912-46BD-8A46-68D086FF1ED7}" dt="2026-04-24T08:35:06.576" v="531" actId="478"/>
          <ac:picMkLst>
            <pc:docMk/>
            <pc:sldMk cId="2483414363" sldId="882"/>
            <ac:picMk id="29" creationId="{B6E145C6-4FC5-183F-2948-86AF5A10D312}"/>
          </ac:picMkLst>
        </pc:picChg>
      </pc:sldChg>
      <pc:sldChg chg="addSp modSp add">
        <pc:chgData name="Lequio, Giacomo" userId="1fb58766-645b-4d75-8656-0ac9c3a926ff" providerId="ADAL" clId="{0CF7003A-B912-46BD-8A46-68D086FF1ED7}" dt="2026-04-24T16:13:51.802" v="1398"/>
        <pc:sldMkLst>
          <pc:docMk/>
          <pc:sldMk cId="3127805034" sldId="882"/>
        </pc:sldMkLst>
        <pc:spChg chg="add 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52" creationId="{B8E869EB-91D3-5917-93A9-7FA70CBF8413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57" creationId="{73DA50A0-99ED-DE71-B2C5-205FEF41DA2A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58" creationId="{E9CE0C93-AB86-4FA4-41EA-A25BC67D5A1D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59" creationId="{AED18955-0B81-766D-AA21-3FA1F77F46B6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60" creationId="{FF65D635-8640-BA42-BD83-FEC9B796B195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61" creationId="{12B15E90-D771-A1D4-2DD5-4201C9CBFC74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62" creationId="{172DA056-574F-7759-5223-D3AEE6F6B471}"/>
          </ac:spMkLst>
        </pc:spChg>
        <pc:spChg chg="mod">
          <ac:chgData name="Lequio, Giacomo" userId="1fb58766-645b-4d75-8656-0ac9c3a926ff" providerId="ADAL" clId="{0CF7003A-B912-46BD-8A46-68D086FF1ED7}" dt="2026-04-24T16:13:51.802" v="1398"/>
          <ac:spMkLst>
            <pc:docMk/>
            <pc:sldMk cId="3127805034" sldId="882"/>
            <ac:spMk id="63" creationId="{FDAB9D1E-3FDA-C882-1493-BC190A081204}"/>
          </ac:spMkLst>
        </pc:spChg>
        <pc:grpChg chg="add mod">
          <ac:chgData name="Lequio, Giacomo" userId="1fb58766-645b-4d75-8656-0ac9c3a926ff" providerId="ADAL" clId="{0CF7003A-B912-46BD-8A46-68D086FF1ED7}" dt="2026-04-24T16:13:51.802" v="1398"/>
          <ac:grpSpMkLst>
            <pc:docMk/>
            <pc:sldMk cId="3127805034" sldId="882"/>
            <ac:grpSpMk id="53" creationId="{E0B28240-06EA-5C1E-FE54-9E100BE90440}"/>
          </ac:grpSpMkLst>
        </pc:grpChg>
        <pc:picChg chg="mod">
          <ac:chgData name="Lequio, Giacomo" userId="1fb58766-645b-4d75-8656-0ac9c3a926ff" providerId="ADAL" clId="{0CF7003A-B912-46BD-8A46-68D086FF1ED7}" dt="2026-04-24T16:13:51.802" v="1398"/>
          <ac:picMkLst>
            <pc:docMk/>
            <pc:sldMk cId="3127805034" sldId="882"/>
            <ac:picMk id="55" creationId="{3400BC09-F9F5-6063-D388-05BE346EB14A}"/>
          </ac:picMkLst>
        </pc:picChg>
      </pc:sldChg>
    </pc:docChg>
  </pc:docChgLst>
  <pc:docChgLst>
    <pc:chgData name="Boles, Giorgio" userId="568619b8-ffab-4a99-be79-07eae8de48a5" providerId="ADAL" clId="{C24C231E-9550-4675-BAF3-1C5689B046DF}"/>
    <pc:docChg chg="undo custSel addSld delSld modSld modSection">
      <pc:chgData name="Boles, Giorgio" userId="568619b8-ffab-4a99-be79-07eae8de48a5" providerId="ADAL" clId="{C24C231E-9550-4675-BAF3-1C5689B046DF}" dt="2026-04-23T13:02:04.546" v="651" actId="20577"/>
      <pc:docMkLst>
        <pc:docMk/>
      </pc:docMkLst>
      <pc:sldChg chg="modSp mod">
        <pc:chgData name="Boles, Giorgio" userId="568619b8-ffab-4a99-be79-07eae8de48a5" providerId="ADAL" clId="{C24C231E-9550-4675-BAF3-1C5689B046DF}" dt="2026-04-22T15:56:15.155" v="32" actId="1076"/>
        <pc:sldMkLst>
          <pc:docMk/>
          <pc:sldMk cId="3124425891" sldId="709"/>
        </pc:sldMkLst>
        <pc:spChg chg="mod">
          <ac:chgData name="Boles, Giorgio" userId="568619b8-ffab-4a99-be79-07eae8de48a5" providerId="ADAL" clId="{C24C231E-9550-4675-BAF3-1C5689B046DF}" dt="2026-04-22T15:56:15.155" v="32" actId="1076"/>
          <ac:spMkLst>
            <pc:docMk/>
            <pc:sldMk cId="3124425891" sldId="709"/>
            <ac:spMk id="12" creationId="{B71E6B6C-F4A0-771A-7C76-BC8934D8D9FB}"/>
          </ac:spMkLst>
        </pc:spChg>
      </pc:sldChg>
      <pc:sldChg chg="modSp mod">
        <pc:chgData name="Boles, Giorgio" userId="568619b8-ffab-4a99-be79-07eae8de48a5" providerId="ADAL" clId="{C24C231E-9550-4675-BAF3-1C5689B046DF}" dt="2026-04-23T13:01:23.957" v="623" actId="20577"/>
        <pc:sldMkLst>
          <pc:docMk/>
          <pc:sldMk cId="3678051680" sldId="839"/>
        </pc:sldMkLst>
        <pc:spChg chg="mod">
          <ac:chgData name="Boles, Giorgio" userId="568619b8-ffab-4a99-be79-07eae8de48a5" providerId="ADAL" clId="{C24C231E-9550-4675-BAF3-1C5689B046DF}" dt="2026-04-23T13:01:23.957" v="623" actId="20577"/>
          <ac:spMkLst>
            <pc:docMk/>
            <pc:sldMk cId="3678051680" sldId="839"/>
            <ac:spMk id="21" creationId="{E09D738D-6F80-246C-C0D2-7C9A7C426154}"/>
          </ac:spMkLst>
        </pc:spChg>
      </pc:sldChg>
      <pc:sldChg chg="modSp mod">
        <pc:chgData name="Boles, Giorgio" userId="568619b8-ffab-4a99-be79-07eae8de48a5" providerId="ADAL" clId="{C24C231E-9550-4675-BAF3-1C5689B046DF}" dt="2026-04-23T13:01:17.420" v="620" actId="20577"/>
        <pc:sldMkLst>
          <pc:docMk/>
          <pc:sldMk cId="1909268871" sldId="840"/>
        </pc:sldMkLst>
        <pc:spChg chg="mod">
          <ac:chgData name="Boles, Giorgio" userId="568619b8-ffab-4a99-be79-07eae8de48a5" providerId="ADAL" clId="{C24C231E-9550-4675-BAF3-1C5689B046DF}" dt="2026-04-23T13:01:17.420" v="620" actId="20577"/>
          <ac:spMkLst>
            <pc:docMk/>
            <pc:sldMk cId="1909268871" sldId="840"/>
            <ac:spMk id="21" creationId="{934FC180-7BE2-1252-1D23-82FCD4116AB7}"/>
          </ac:spMkLst>
        </pc:spChg>
        <pc:graphicFrameChg chg="modGraphic">
          <ac:chgData name="Boles, Giorgio" userId="568619b8-ffab-4a99-be79-07eae8de48a5" providerId="ADAL" clId="{C24C231E-9550-4675-BAF3-1C5689B046DF}" dt="2026-04-22T13:44:42.795" v="30" actId="14734"/>
          <ac:graphicFrameMkLst>
            <pc:docMk/>
            <pc:sldMk cId="1909268871" sldId="840"/>
            <ac:graphicFrameMk id="35" creationId="{316457F1-D667-F75A-6891-253D074AA1D7}"/>
          </ac:graphicFrameMkLst>
        </pc:graphicFrameChg>
      </pc:sldChg>
      <pc:sldChg chg="modSp mod">
        <pc:chgData name="Boles, Giorgio" userId="568619b8-ffab-4a99-be79-07eae8de48a5" providerId="ADAL" clId="{C24C231E-9550-4675-BAF3-1C5689B046DF}" dt="2026-04-23T13:01:34.223" v="630" actId="20577"/>
        <pc:sldMkLst>
          <pc:docMk/>
          <pc:sldMk cId="3888058847" sldId="841"/>
        </pc:sldMkLst>
        <pc:spChg chg="mod">
          <ac:chgData name="Boles, Giorgio" userId="568619b8-ffab-4a99-be79-07eae8de48a5" providerId="ADAL" clId="{C24C231E-9550-4675-BAF3-1C5689B046DF}" dt="2026-04-23T13:01:34.223" v="630" actId="20577"/>
          <ac:spMkLst>
            <pc:docMk/>
            <pc:sldMk cId="3888058847" sldId="841"/>
            <ac:spMk id="21" creationId="{AB882827-DF3F-1708-B1A1-DB6F3932F33A}"/>
          </ac:spMkLst>
        </pc:spChg>
      </pc:sldChg>
      <pc:sldChg chg="modSp mod">
        <pc:chgData name="Boles, Giorgio" userId="568619b8-ffab-4a99-be79-07eae8de48a5" providerId="ADAL" clId="{C24C231E-9550-4675-BAF3-1C5689B046DF}" dt="2026-04-23T13:01:41.961" v="637" actId="20577"/>
        <pc:sldMkLst>
          <pc:docMk/>
          <pc:sldMk cId="1303593944" sldId="842"/>
        </pc:sldMkLst>
        <pc:spChg chg="mod">
          <ac:chgData name="Boles, Giorgio" userId="568619b8-ffab-4a99-be79-07eae8de48a5" providerId="ADAL" clId="{C24C231E-9550-4675-BAF3-1C5689B046DF}" dt="2026-04-23T13:01:41.961" v="637" actId="20577"/>
          <ac:spMkLst>
            <pc:docMk/>
            <pc:sldMk cId="1303593944" sldId="842"/>
            <ac:spMk id="21" creationId="{B0871DEB-D0F6-C67B-A785-481BBC6F3981}"/>
          </ac:spMkLst>
        </pc:spChg>
      </pc:sldChg>
      <pc:sldChg chg="modSp mod">
        <pc:chgData name="Boles, Giorgio" userId="568619b8-ffab-4a99-be79-07eae8de48a5" providerId="ADAL" clId="{C24C231E-9550-4675-BAF3-1C5689B046DF}" dt="2026-04-23T13:01:50.512" v="644" actId="20577"/>
        <pc:sldMkLst>
          <pc:docMk/>
          <pc:sldMk cId="2788770535" sldId="843"/>
        </pc:sldMkLst>
        <pc:spChg chg="mod">
          <ac:chgData name="Boles, Giorgio" userId="568619b8-ffab-4a99-be79-07eae8de48a5" providerId="ADAL" clId="{C24C231E-9550-4675-BAF3-1C5689B046DF}" dt="2026-04-23T13:01:50.512" v="644" actId="20577"/>
          <ac:spMkLst>
            <pc:docMk/>
            <pc:sldMk cId="2788770535" sldId="843"/>
            <ac:spMk id="21" creationId="{38934B7A-5D0D-E963-16F6-23BC79316576}"/>
          </ac:spMkLst>
        </pc:spChg>
      </pc:sldChg>
      <pc:sldChg chg="modSp mod">
        <pc:chgData name="Boles, Giorgio" userId="568619b8-ffab-4a99-be79-07eae8de48a5" providerId="ADAL" clId="{C24C231E-9550-4675-BAF3-1C5689B046DF}" dt="2026-04-23T13:02:04.546" v="651" actId="20577"/>
        <pc:sldMkLst>
          <pc:docMk/>
          <pc:sldMk cId="710168026" sldId="844"/>
        </pc:sldMkLst>
        <pc:spChg chg="mod">
          <ac:chgData name="Boles, Giorgio" userId="568619b8-ffab-4a99-be79-07eae8de48a5" providerId="ADAL" clId="{C24C231E-9550-4675-BAF3-1C5689B046DF}" dt="2026-04-23T13:02:04.546" v="651" actId="20577"/>
          <ac:spMkLst>
            <pc:docMk/>
            <pc:sldMk cId="710168026" sldId="844"/>
            <ac:spMk id="21" creationId="{F8CF3BA8-8523-DBBE-2269-6941B6F4F414}"/>
          </ac:spMkLst>
        </pc:spChg>
      </pc:sldChg>
      <pc:sldChg chg="addSp delSp modSp mod">
        <pc:chgData name="Boles, Giorgio" userId="568619b8-ffab-4a99-be79-07eae8de48a5" providerId="ADAL" clId="{C24C231E-9550-4675-BAF3-1C5689B046DF}" dt="2026-04-22T08:57:03.512" v="28" actId="14100"/>
        <pc:sldMkLst>
          <pc:docMk/>
          <pc:sldMk cId="2234475284" sldId="867"/>
        </pc:sldMkLst>
        <pc:spChg chg="add del">
          <ac:chgData name="Boles, Giorgio" userId="568619b8-ffab-4a99-be79-07eae8de48a5" providerId="ADAL" clId="{C24C231E-9550-4675-BAF3-1C5689B046DF}" dt="2026-04-22T08:56:29.770" v="1" actId="478"/>
          <ac:spMkLst>
            <pc:docMk/>
            <pc:sldMk cId="2234475284" sldId="867"/>
            <ac:spMk id="8" creationId="{DA4CD0C9-CD1D-9732-CE37-A5F4A213E243}"/>
          </ac:spMkLst>
        </pc:spChg>
        <pc:spChg chg="add mod">
          <ac:chgData name="Boles, Giorgio" userId="568619b8-ffab-4a99-be79-07eae8de48a5" providerId="ADAL" clId="{C24C231E-9550-4675-BAF3-1C5689B046DF}" dt="2026-04-22T08:57:03.512" v="28" actId="14100"/>
          <ac:spMkLst>
            <pc:docMk/>
            <pc:sldMk cId="2234475284" sldId="867"/>
            <ac:spMk id="21" creationId="{DB62A2AA-E55A-389D-D4DA-248888706ED2}"/>
          </ac:spMkLst>
        </pc:spChg>
      </pc:sldChg>
      <pc:sldChg chg="modSp mod">
        <pc:chgData name="Boles, Giorgio" userId="568619b8-ffab-4a99-be79-07eae8de48a5" providerId="ADAL" clId="{C24C231E-9550-4675-BAF3-1C5689B046DF}" dt="2026-04-23T08:37:12.368" v="567"/>
        <pc:sldMkLst>
          <pc:docMk/>
          <pc:sldMk cId="3098662192" sldId="875"/>
        </pc:sldMkLst>
        <pc:graphicFrameChg chg="mod modGraphic">
          <ac:chgData name="Boles, Giorgio" userId="568619b8-ffab-4a99-be79-07eae8de48a5" providerId="ADAL" clId="{C24C231E-9550-4675-BAF3-1C5689B046DF}" dt="2026-04-23T08:37:12.368" v="567"/>
          <ac:graphicFrameMkLst>
            <pc:docMk/>
            <pc:sldMk cId="3098662192" sldId="875"/>
            <ac:graphicFrameMk id="24" creationId="{8FEA3A5A-ECC2-7661-060D-C567D7F1EEBB}"/>
          </ac:graphicFrameMkLst>
        </pc:graphicFrameChg>
      </pc:sldChg>
      <pc:sldChg chg="modSp mod">
        <pc:chgData name="Boles, Giorgio" userId="568619b8-ffab-4a99-be79-07eae8de48a5" providerId="ADAL" clId="{C24C231E-9550-4675-BAF3-1C5689B046DF}" dt="2026-04-23T08:37:03.561" v="566" actId="108"/>
        <pc:sldMkLst>
          <pc:docMk/>
          <pc:sldMk cId="4118359453" sldId="876"/>
        </pc:sldMkLst>
        <pc:graphicFrameChg chg="mod modGraphic">
          <ac:chgData name="Boles, Giorgio" userId="568619b8-ffab-4a99-be79-07eae8de48a5" providerId="ADAL" clId="{C24C231E-9550-4675-BAF3-1C5689B046DF}" dt="2026-04-23T08:37:03.561" v="566" actId="108"/>
          <ac:graphicFrameMkLst>
            <pc:docMk/>
            <pc:sldMk cId="4118359453" sldId="876"/>
            <ac:graphicFrameMk id="24" creationId="{73210392-7A0F-22E7-22D0-DD218064A9DA}"/>
          </ac:graphicFrameMkLst>
        </pc:graphicFrameChg>
      </pc:sldChg>
      <pc:sldChg chg="addSp delSp modSp new mod">
        <pc:chgData name="Boles, Giorgio" userId="568619b8-ffab-4a99-be79-07eae8de48a5" providerId="ADAL" clId="{C24C231E-9550-4675-BAF3-1C5689B046DF}" dt="2026-04-23T12:11:03.192" v="586" actId="20577"/>
        <pc:sldMkLst>
          <pc:docMk/>
          <pc:sldMk cId="1312652593" sldId="879"/>
        </pc:sldMkLst>
        <pc:spChg chg="del">
          <ac:chgData name="Boles, Giorgio" userId="568619b8-ffab-4a99-be79-07eae8de48a5" providerId="ADAL" clId="{C24C231E-9550-4675-BAF3-1C5689B046DF}" dt="2026-04-22T16:16:28.913" v="34" actId="478"/>
          <ac:spMkLst>
            <pc:docMk/>
            <pc:sldMk cId="1312652593" sldId="879"/>
            <ac:spMk id="2" creationId="{3AE8AD02-DC65-6B47-0701-61EED64B7F6C}"/>
          </ac:spMkLst>
        </pc:spChg>
        <pc:spChg chg="del">
          <ac:chgData name="Boles, Giorgio" userId="568619b8-ffab-4a99-be79-07eae8de48a5" providerId="ADAL" clId="{C24C231E-9550-4675-BAF3-1C5689B046DF}" dt="2026-04-22T16:16:28.913" v="34" actId="478"/>
          <ac:spMkLst>
            <pc:docMk/>
            <pc:sldMk cId="1312652593" sldId="879"/>
            <ac:spMk id="3" creationId="{506E7E12-15BB-6170-D23D-DAE2CB5E3BBD}"/>
          </ac:spMkLst>
        </pc:spChg>
        <pc:spChg chg="add mod">
          <ac:chgData name="Boles, Giorgio" userId="568619b8-ffab-4a99-be79-07eae8de48a5" providerId="ADAL" clId="{C24C231E-9550-4675-BAF3-1C5689B046DF}" dt="2026-04-23T12:11:03.192" v="586" actId="20577"/>
          <ac:spMkLst>
            <pc:docMk/>
            <pc:sldMk cId="1312652593" sldId="879"/>
            <ac:spMk id="4" creationId="{1CCD3979-E043-A568-1F3D-2D59A3A568FA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5" creationId="{F0E2F613-8417-558B-5419-0E6A82C631B8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6" creationId="{918875B9-7540-9C1E-BAF4-0BB2551026ED}"/>
          </ac:spMkLst>
        </pc:spChg>
        <pc:spChg chg="add mod topLvl">
          <ac:chgData name="Boles, Giorgio" userId="568619b8-ffab-4a99-be79-07eae8de48a5" providerId="ADAL" clId="{C24C231E-9550-4675-BAF3-1C5689B046DF}" dt="2026-04-23T07:45:22.104" v="503" actId="20577"/>
          <ac:spMkLst>
            <pc:docMk/>
            <pc:sldMk cId="1312652593" sldId="879"/>
            <ac:spMk id="7" creationId="{840EB2F3-AC77-B87B-612A-B196791D5F3A}"/>
          </ac:spMkLst>
        </pc:spChg>
        <pc:spChg chg="add mod">
          <ac:chgData name="Boles, Giorgio" userId="568619b8-ffab-4a99-be79-07eae8de48a5" providerId="ADAL" clId="{C24C231E-9550-4675-BAF3-1C5689B046DF}" dt="2026-04-22T16:25:49.647" v="422" actId="1076"/>
          <ac:spMkLst>
            <pc:docMk/>
            <pc:sldMk cId="1312652593" sldId="879"/>
            <ac:spMk id="8" creationId="{74D84B84-E667-D05E-B0FC-B33B03EF31BA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9" creationId="{CBDC6E76-F9EE-C9F8-25E3-23103B2F6E10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10" creationId="{5042F298-5A55-5336-4227-190F9E45475B}"/>
          </ac:spMkLst>
        </pc:spChg>
        <pc:spChg chg="add mod">
          <ac:chgData name="Boles, Giorgio" userId="568619b8-ffab-4a99-be79-07eae8de48a5" providerId="ADAL" clId="{C24C231E-9550-4675-BAF3-1C5689B046DF}" dt="2026-04-22T16:25:49.647" v="422" actId="1076"/>
          <ac:spMkLst>
            <pc:docMk/>
            <pc:sldMk cId="1312652593" sldId="879"/>
            <ac:spMk id="11" creationId="{B0299236-1555-6098-7F3F-9D30F3160AE5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12" creationId="{7F03DF44-481E-05C1-0DD3-6D16A0DBD73C}"/>
          </ac:spMkLst>
        </pc:spChg>
        <pc:spChg chg="add mod">
          <ac:chgData name="Boles, Giorgio" userId="568619b8-ffab-4a99-be79-07eae8de48a5" providerId="ADAL" clId="{C24C231E-9550-4675-BAF3-1C5689B046DF}" dt="2026-04-22T16:25:49.647" v="422" actId="1076"/>
          <ac:spMkLst>
            <pc:docMk/>
            <pc:sldMk cId="1312652593" sldId="879"/>
            <ac:spMk id="13" creationId="{AFC37BC8-3EDB-D144-0E9B-33B94698C683}"/>
          </ac:spMkLst>
        </pc:spChg>
        <pc:spChg chg="add mod">
          <ac:chgData name="Boles, Giorgio" userId="568619b8-ffab-4a99-be79-07eae8de48a5" providerId="ADAL" clId="{C24C231E-9550-4675-BAF3-1C5689B046DF}" dt="2026-04-22T16:27:32.244" v="487" actId="1076"/>
          <ac:spMkLst>
            <pc:docMk/>
            <pc:sldMk cId="1312652593" sldId="879"/>
            <ac:spMk id="78" creationId="{ABC6E688-5604-CB1E-A179-402C978ACA12}"/>
          </ac:spMkLst>
        </pc:spChg>
        <pc:spChg chg="add mod">
          <ac:chgData name="Boles, Giorgio" userId="568619b8-ffab-4a99-be79-07eae8de48a5" providerId="ADAL" clId="{C24C231E-9550-4675-BAF3-1C5689B046DF}" dt="2026-04-22T16:27:13.512" v="486" actId="404"/>
          <ac:spMkLst>
            <pc:docMk/>
            <pc:sldMk cId="1312652593" sldId="879"/>
            <ac:spMk id="79" creationId="{A583E5FC-1A0F-0C47-3D72-52B3E6D754BB}"/>
          </ac:spMkLst>
        </pc:spChg>
        <pc:spChg chg="add mod">
          <ac:chgData name="Boles, Giorgio" userId="568619b8-ffab-4a99-be79-07eae8de48a5" providerId="ADAL" clId="{C24C231E-9550-4675-BAF3-1C5689B046DF}" dt="2026-04-22T16:27:13.512" v="486" actId="404"/>
          <ac:spMkLst>
            <pc:docMk/>
            <pc:sldMk cId="1312652593" sldId="879"/>
            <ac:spMk id="80" creationId="{ACDA134E-B0D8-4A09-E179-FE72FC9F64B7}"/>
          </ac:spMkLst>
        </pc:spChg>
        <pc:spChg chg="add mod">
          <ac:chgData name="Boles, Giorgio" userId="568619b8-ffab-4a99-be79-07eae8de48a5" providerId="ADAL" clId="{C24C231E-9550-4675-BAF3-1C5689B046DF}" dt="2026-04-22T16:26:33.432" v="459" actId="571"/>
          <ac:spMkLst>
            <pc:docMk/>
            <pc:sldMk cId="1312652593" sldId="879"/>
            <ac:spMk id="81" creationId="{18B41B45-2028-2E86-4A60-92CC589273FF}"/>
          </ac:spMkLst>
        </pc:spChg>
        <pc:spChg chg="add mod">
          <ac:chgData name="Boles, Giorgio" userId="568619b8-ffab-4a99-be79-07eae8de48a5" providerId="ADAL" clId="{C24C231E-9550-4675-BAF3-1C5689B046DF}" dt="2026-04-22T16:26:33.432" v="459" actId="571"/>
          <ac:spMkLst>
            <pc:docMk/>
            <pc:sldMk cId="1312652593" sldId="879"/>
            <ac:spMk id="82" creationId="{CBD37465-5279-6783-28E5-31B760582750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83" creationId="{F1BD736D-F01F-6F70-982E-364C5634A1B5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84" creationId="{95E3277B-46F1-07E9-5DB0-AB85C0ECB521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85" creationId="{75C14539-8878-BAC5-54DC-4E9A605FAA76}"/>
          </ac:spMkLst>
        </pc:spChg>
        <pc:spChg chg="add mod topLvl">
          <ac:chgData name="Boles, Giorgio" userId="568619b8-ffab-4a99-be79-07eae8de48a5" providerId="ADAL" clId="{C24C231E-9550-4675-BAF3-1C5689B046DF}" dt="2026-04-22T16:27:47.912" v="492" actId="165"/>
          <ac:spMkLst>
            <pc:docMk/>
            <pc:sldMk cId="1312652593" sldId="879"/>
            <ac:spMk id="86" creationId="{2CC4925B-97D3-DFF1-2192-8834F69D6685}"/>
          </ac:spMkLst>
        </pc:spChg>
        <pc:grpChg chg="mod">
          <ac:chgData name="Boles, Giorgio" userId="568619b8-ffab-4a99-be79-07eae8de48a5" providerId="ADAL" clId="{C24C231E-9550-4675-BAF3-1C5689B046DF}" dt="2026-04-22T16:27:45.561" v="491" actId="12789"/>
          <ac:grpSpMkLst>
            <pc:docMk/>
            <pc:sldMk cId="1312652593" sldId="879"/>
            <ac:grpSpMk id="91" creationId="{722F07C1-D147-526C-A2EE-552E389D7385}"/>
          </ac:grpSpMkLst>
        </pc:grpChg>
        <pc:cxnChg chg="add mod">
          <ac:chgData name="Boles, Giorgio" userId="568619b8-ffab-4a99-be79-07eae8de48a5" providerId="ADAL" clId="{C24C231E-9550-4675-BAF3-1C5689B046DF}" dt="2026-04-22T16:27:32.244" v="487" actId="1076"/>
          <ac:cxnSpMkLst>
            <pc:docMk/>
            <pc:sldMk cId="1312652593" sldId="879"/>
            <ac:cxnSpMk id="15" creationId="{A05CC3FD-ED7B-D67A-99A9-E0E647AE23B9}"/>
          </ac:cxnSpMkLst>
        </pc:cxnChg>
        <pc:cxnChg chg="add mod">
          <ac:chgData name="Boles, Giorgio" userId="568619b8-ffab-4a99-be79-07eae8de48a5" providerId="ADAL" clId="{C24C231E-9550-4675-BAF3-1C5689B046DF}" dt="2026-04-22T16:27:32.244" v="487" actId="1076"/>
          <ac:cxnSpMkLst>
            <pc:docMk/>
            <pc:sldMk cId="1312652593" sldId="879"/>
            <ac:cxnSpMk id="19" creationId="{7429EB1B-793E-CCEA-DFEF-D20B473D566E}"/>
          </ac:cxnSpMkLst>
        </pc:cxnChg>
        <pc:cxnChg chg="add mod">
          <ac:chgData name="Boles, Giorgio" userId="568619b8-ffab-4a99-be79-07eae8de48a5" providerId="ADAL" clId="{C24C231E-9550-4675-BAF3-1C5689B046DF}" dt="2026-04-22T16:27:32.244" v="487" actId="1076"/>
          <ac:cxnSpMkLst>
            <pc:docMk/>
            <pc:sldMk cId="1312652593" sldId="879"/>
            <ac:cxnSpMk id="22" creationId="{C5F79AFD-8F72-F664-16FB-79CB8B8D9514}"/>
          </ac:cxnSpMkLst>
        </pc:cxnChg>
        <pc:cxnChg chg="add mod">
          <ac:chgData name="Boles, Giorgio" userId="568619b8-ffab-4a99-be79-07eae8de48a5" providerId="ADAL" clId="{C24C231E-9550-4675-BAF3-1C5689B046DF}" dt="2026-04-22T16:27:32.244" v="487" actId="1076"/>
          <ac:cxnSpMkLst>
            <pc:docMk/>
            <pc:sldMk cId="1312652593" sldId="879"/>
            <ac:cxnSpMk id="23" creationId="{61CBE6EA-592B-F122-B0D6-3CE694FDB4DC}"/>
          </ac:cxnSpMkLst>
        </pc:cxnChg>
        <pc:cxnChg chg="add mod">
          <ac:chgData name="Boles, Giorgio" userId="568619b8-ffab-4a99-be79-07eae8de48a5" providerId="ADAL" clId="{C24C231E-9550-4675-BAF3-1C5689B046DF}" dt="2026-04-22T16:27:32.244" v="487" actId="1076"/>
          <ac:cxnSpMkLst>
            <pc:docMk/>
            <pc:sldMk cId="1312652593" sldId="879"/>
            <ac:cxnSpMk id="24" creationId="{E6DDAB69-0EAC-1EEA-16E3-94442FD72DAD}"/>
          </ac:cxnSpMkLst>
        </pc:cxnChg>
        <pc:cxnChg chg="add mod">
          <ac:chgData name="Boles, Giorgio" userId="568619b8-ffab-4a99-be79-07eae8de48a5" providerId="ADAL" clId="{C24C231E-9550-4675-BAF3-1C5689B046DF}" dt="2026-04-22T16:25:27.199" v="418" actId="408"/>
          <ac:cxnSpMkLst>
            <pc:docMk/>
            <pc:sldMk cId="1312652593" sldId="879"/>
            <ac:cxnSpMk id="31" creationId="{E6B2AE7F-912E-1BAB-4A17-A84205E6BF69}"/>
          </ac:cxnSpMkLst>
        </pc:cxnChg>
        <pc:cxnChg chg="add mod">
          <ac:chgData name="Boles, Giorgio" userId="568619b8-ffab-4a99-be79-07eae8de48a5" providerId="ADAL" clId="{C24C231E-9550-4675-BAF3-1C5689B046DF}" dt="2026-04-22T16:25:27.199" v="418" actId="408"/>
          <ac:cxnSpMkLst>
            <pc:docMk/>
            <pc:sldMk cId="1312652593" sldId="879"/>
            <ac:cxnSpMk id="34" creationId="{9047A5F6-7782-7122-83E2-0455E50D052F}"/>
          </ac:cxnSpMkLst>
        </pc:cxnChg>
        <pc:cxnChg chg="add mod">
          <ac:chgData name="Boles, Giorgio" userId="568619b8-ffab-4a99-be79-07eae8de48a5" providerId="ADAL" clId="{C24C231E-9550-4675-BAF3-1C5689B046DF}" dt="2026-04-22T16:25:27.199" v="418" actId="408"/>
          <ac:cxnSpMkLst>
            <pc:docMk/>
            <pc:sldMk cId="1312652593" sldId="879"/>
            <ac:cxnSpMk id="37" creationId="{55F9B9F3-4DDE-3096-152A-C5556253B93D}"/>
          </ac:cxnSpMkLst>
        </pc:cxnChg>
      </pc:sldChg>
      <pc:sldChg chg="modSp add del mod">
        <pc:chgData name="Boles, Giorgio" userId="568619b8-ffab-4a99-be79-07eae8de48a5" providerId="ADAL" clId="{C24C231E-9550-4675-BAF3-1C5689B046DF}" dt="2026-04-23T12:23:11.395" v="605" actId="47"/>
        <pc:sldMkLst>
          <pc:docMk/>
          <pc:sldMk cId="4241842328" sldId="880"/>
        </pc:sldMkLst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5" creationId="{1AF88ECF-919B-3E9D-9689-C2ADFEA1E997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6" creationId="{9BAC1CE2-4F01-54A4-4FBC-D65B6493DCF7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7" creationId="{907931F6-CA2F-675E-C3E2-BB1A73B659B8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8" creationId="{D77C135B-9E3B-EB47-FEA9-55F2A086ECD7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9" creationId="{1E41DA80-B700-BAAF-2594-E994AD21382E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10" creationId="{D42E3EBF-8671-1453-821A-0408A3A06703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11" creationId="{666F2195-8AC1-2FE8-D0D7-C64903E7514F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12" creationId="{E307B364-D912-F96B-27D4-F7418C719C90}"/>
          </ac:spMkLst>
        </pc:spChg>
        <pc:spChg chg="mod">
          <ac:chgData name="Boles, Giorgio" userId="568619b8-ffab-4a99-be79-07eae8de48a5" providerId="ADAL" clId="{C24C231E-9550-4675-BAF3-1C5689B046DF}" dt="2026-04-23T12:22:46.555" v="602" actId="14100"/>
          <ac:spMkLst>
            <pc:docMk/>
            <pc:sldMk cId="4241842328" sldId="880"/>
            <ac:spMk id="13" creationId="{50042C27-0EDF-3CF9-90E4-38DC7B847033}"/>
          </ac:spMkLst>
        </pc:spChg>
        <pc:spChg chg="mod">
          <ac:chgData name="Boles, Giorgio" userId="568619b8-ffab-4a99-be79-07eae8de48a5" providerId="ADAL" clId="{C24C231E-9550-4675-BAF3-1C5689B046DF}" dt="2026-04-23T12:23:02.471" v="604" actId="1076"/>
          <ac:spMkLst>
            <pc:docMk/>
            <pc:sldMk cId="4241842328" sldId="880"/>
            <ac:spMk id="79" creationId="{18D0E86E-C5A5-6FE9-1634-E23A617A1D9F}"/>
          </ac:spMkLst>
        </pc:spChg>
        <pc:spChg chg="mod">
          <ac:chgData name="Boles, Giorgio" userId="568619b8-ffab-4a99-be79-07eae8de48a5" providerId="ADAL" clId="{C24C231E-9550-4675-BAF3-1C5689B046DF}" dt="2026-04-23T12:23:02.471" v="604" actId="1076"/>
          <ac:spMkLst>
            <pc:docMk/>
            <pc:sldMk cId="4241842328" sldId="880"/>
            <ac:spMk id="80" creationId="{653E8EEC-5790-222C-4215-B28A06AA8076}"/>
          </ac:spMkLst>
        </pc:spChg>
        <pc:spChg chg="mod">
          <ac:chgData name="Boles, Giorgio" userId="568619b8-ffab-4a99-be79-07eae8de48a5" providerId="ADAL" clId="{C24C231E-9550-4675-BAF3-1C5689B046DF}" dt="2026-04-23T12:23:02.471" v="604" actId="1076"/>
          <ac:spMkLst>
            <pc:docMk/>
            <pc:sldMk cId="4241842328" sldId="880"/>
            <ac:spMk id="83" creationId="{99141040-FBC3-0089-234A-E5331AC63C7E}"/>
          </ac:spMkLst>
        </pc:spChg>
        <pc:spChg chg="mod">
          <ac:chgData name="Boles, Giorgio" userId="568619b8-ffab-4a99-be79-07eae8de48a5" providerId="ADAL" clId="{C24C231E-9550-4675-BAF3-1C5689B046DF}" dt="2026-04-23T12:22:56.157" v="603" actId="1076"/>
          <ac:spMkLst>
            <pc:docMk/>
            <pc:sldMk cId="4241842328" sldId="880"/>
            <ac:spMk id="84" creationId="{C818D324-6349-EFE5-3F0C-C720E3B3C58D}"/>
          </ac:spMkLst>
        </pc:spChg>
        <pc:spChg chg="mod">
          <ac:chgData name="Boles, Giorgio" userId="568619b8-ffab-4a99-be79-07eae8de48a5" providerId="ADAL" clId="{C24C231E-9550-4675-BAF3-1C5689B046DF}" dt="2026-04-23T12:22:56.157" v="603" actId="1076"/>
          <ac:spMkLst>
            <pc:docMk/>
            <pc:sldMk cId="4241842328" sldId="880"/>
            <ac:spMk id="85" creationId="{6371A75D-2D02-528F-C41B-0D218C51D877}"/>
          </ac:spMkLst>
        </pc:spChg>
        <pc:spChg chg="mod">
          <ac:chgData name="Boles, Giorgio" userId="568619b8-ffab-4a99-be79-07eae8de48a5" providerId="ADAL" clId="{C24C231E-9550-4675-BAF3-1C5689B046DF}" dt="2026-04-23T12:22:56.157" v="603" actId="1076"/>
          <ac:spMkLst>
            <pc:docMk/>
            <pc:sldMk cId="4241842328" sldId="880"/>
            <ac:spMk id="86" creationId="{A04A3D94-DFDD-D763-1ABA-16F7B2039015}"/>
          </ac:spMkLst>
        </pc:spChg>
        <pc:cxnChg chg="mod">
          <ac:chgData name="Boles, Giorgio" userId="568619b8-ffab-4a99-be79-07eae8de48a5" providerId="ADAL" clId="{C24C231E-9550-4675-BAF3-1C5689B046DF}" dt="2026-04-23T12:22:46.555" v="602" actId="14100"/>
          <ac:cxnSpMkLst>
            <pc:docMk/>
            <pc:sldMk cId="4241842328" sldId="880"/>
            <ac:cxnSpMk id="22" creationId="{31C9F54A-BF47-7A87-D5DF-C4987862BCD1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1_69702CC8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2E3_35D59CFA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2E5_AA975003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40237805065945"/>
          <c:y val="1.4834216139933611E-3"/>
          <c:w val="0.83810387150277454"/>
          <c:h val="0.9982229593172227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</c:spPr>
          <c:dPt>
            <c:idx val="0"/>
            <c:bubble3D val="0"/>
            <c:spPr>
              <a:solidFill>
                <a:srgbClr val="196B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5B-4A9F-9D54-263AA01043F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E5B-4A9F-9D54-263AA01043FC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E5B-4A9F-9D54-263AA01043FC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DCB-466F-8565-AB586B5C93E5}"/>
              </c:ext>
            </c:extLst>
          </c:dPt>
          <c:cat>
            <c:strRef>
              <c:f>Sheet1!$A$2:$A$5</c:f>
              <c:strCache>
                <c:ptCount val="4"/>
                <c:pt idx="0">
                  <c:v>Pratiche con Monitoraggio OK</c:v>
                </c:pt>
                <c:pt idx="1">
                  <c:v>Pratiche Con monitoraggio KO</c:v>
                </c:pt>
                <c:pt idx="2">
                  <c:v>Pratiche con monitoraggio in scadenza</c:v>
                </c:pt>
                <c:pt idx="3">
                  <c:v>Pratiche Concluse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19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5B-4A9F-9D54-263AA01043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40237805065945"/>
          <c:y val="1.4834216139933611E-3"/>
          <c:w val="0.83810387150277454"/>
          <c:h val="0.9982229593172227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</c:spPr>
          <c:dPt>
            <c:idx val="0"/>
            <c:bubble3D val="0"/>
            <c:spPr>
              <a:solidFill>
                <a:srgbClr val="196B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76-4A50-8880-F280056EAA75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76-4A50-8880-F280056EAA75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76-4A50-8880-F280056EAA75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76-4A50-8880-F280056EAA75}"/>
              </c:ext>
            </c:extLst>
          </c:dPt>
          <c:cat>
            <c:strRef>
              <c:f>Sheet1!$A$2:$A$5</c:f>
              <c:strCache>
                <c:ptCount val="4"/>
                <c:pt idx="0">
                  <c:v>Pratiche con Monitoraggio OK</c:v>
                </c:pt>
                <c:pt idx="1">
                  <c:v>Pratiche Con monitoraggio KO</c:v>
                </c:pt>
                <c:pt idx="2">
                  <c:v>Pratiche con monitoraggio in scadenza</c:v>
                </c:pt>
                <c:pt idx="3">
                  <c:v>Pratiche Concluse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19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76-4A50-8880-F280056EA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40237805065945"/>
          <c:y val="1.4834216139933611E-3"/>
          <c:w val="0.83810387150277454"/>
          <c:h val="0.9982229593172227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</c:spPr>
          <c:dPt>
            <c:idx val="0"/>
            <c:bubble3D val="0"/>
            <c:spPr>
              <a:solidFill>
                <a:srgbClr val="196B2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2C2-42C8-90A1-B1C089B2B9AF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2C2-42C8-90A1-B1C089B2B9AF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2C2-42C8-90A1-B1C089B2B9AF}"/>
              </c:ext>
            </c:extLst>
          </c:dPt>
          <c:dPt>
            <c:idx val="3"/>
            <c:bubble3D val="0"/>
            <c:spPr>
              <a:solidFill>
                <a:srgbClr val="7F7F7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2C2-42C8-90A1-B1C089B2B9AF}"/>
              </c:ext>
            </c:extLst>
          </c:dPt>
          <c:cat>
            <c:strRef>
              <c:f>Sheet1!$A$2:$A$5</c:f>
              <c:strCache>
                <c:ptCount val="4"/>
                <c:pt idx="0">
                  <c:v>Pratiche con Monitoraggio OK</c:v>
                </c:pt>
                <c:pt idx="1">
                  <c:v>Pratiche Con monitoraggio KO</c:v>
                </c:pt>
                <c:pt idx="2">
                  <c:v>Pratiche con monitoraggio in scadenza</c:v>
                </c:pt>
                <c:pt idx="3">
                  <c:v>Pratiche Concluse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19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C2-42C8-90A1-B1C089B2B9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0.37635</cdr:x>
      <cdr:y>0.35974</cdr:y>
    </cdr:from>
    <cdr:to>
      <cdr:x>0.77749</cdr:x>
      <cdr:y>0.54756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9901BB40-E648-4EDA-7417-51CB7B8F23AC}"/>
            </a:ext>
          </a:extLst>
        </cdr:cNvPr>
        <cdr:cNvSpPr/>
      </cdr:nvSpPr>
      <cdr:spPr>
        <a:xfrm xmlns:a="http://schemas.openxmlformats.org/drawingml/2006/main">
          <a:off x="580584" y="436193"/>
          <a:ext cx="618847" cy="227737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400" b="1" dirty="0">
              <a:solidFill>
                <a:schemeClr val="tx1"/>
              </a:solidFill>
            </a:rPr>
            <a:t>119</a:t>
          </a:r>
        </a:p>
        <a:p xmlns:a="http://schemas.openxmlformats.org/drawingml/2006/main">
          <a:pPr algn="ctr"/>
          <a:r>
            <a:rPr lang="it-IT" sz="1100" b="1" dirty="0">
              <a:solidFill>
                <a:schemeClr val="tx1"/>
              </a:solidFill>
            </a:rPr>
            <a:t>Totale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0.37635</cdr:x>
      <cdr:y>0.35974</cdr:y>
    </cdr:from>
    <cdr:to>
      <cdr:x>0.77749</cdr:x>
      <cdr:y>0.54756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9901BB40-E648-4EDA-7417-51CB7B8F23AC}"/>
            </a:ext>
          </a:extLst>
        </cdr:cNvPr>
        <cdr:cNvSpPr/>
      </cdr:nvSpPr>
      <cdr:spPr>
        <a:xfrm xmlns:a="http://schemas.openxmlformats.org/drawingml/2006/main">
          <a:off x="580584" y="436193"/>
          <a:ext cx="618847" cy="227737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400" b="1" dirty="0">
              <a:solidFill>
                <a:schemeClr val="tx1"/>
              </a:solidFill>
            </a:rPr>
            <a:t>119</a:t>
          </a:r>
        </a:p>
        <a:p xmlns:a="http://schemas.openxmlformats.org/drawingml/2006/main">
          <a:pPr algn="ctr"/>
          <a:r>
            <a:rPr lang="it-IT" sz="1100" b="1" dirty="0">
              <a:solidFill>
                <a:schemeClr val="tx1"/>
              </a:solidFill>
            </a:rPr>
            <a:t>Totale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0.37635</cdr:x>
      <cdr:y>0.35974</cdr:y>
    </cdr:from>
    <cdr:to>
      <cdr:x>0.77749</cdr:x>
      <cdr:y>0.54756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9901BB40-E648-4EDA-7417-51CB7B8F23AC}"/>
            </a:ext>
          </a:extLst>
        </cdr:cNvPr>
        <cdr:cNvSpPr/>
      </cdr:nvSpPr>
      <cdr:spPr>
        <a:xfrm xmlns:a="http://schemas.openxmlformats.org/drawingml/2006/main">
          <a:off x="580584" y="436193"/>
          <a:ext cx="618847" cy="227737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400" b="1" dirty="0">
              <a:solidFill>
                <a:schemeClr val="tx1"/>
              </a:solidFill>
            </a:rPr>
            <a:t>119</a:t>
          </a:r>
        </a:p>
        <a:p xmlns:a="http://schemas.openxmlformats.org/drawingml/2006/main">
          <a:pPr algn="ctr"/>
          <a:r>
            <a:rPr lang="it-IT" sz="1100" b="1" dirty="0">
              <a:solidFill>
                <a:schemeClr val="tx1"/>
              </a:solidFill>
            </a:rPr>
            <a:t>Totale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6837B-639B-4174-9AD9-C8D68CCD8581}" type="datetimeFigureOut">
              <a:rPr lang="it-IT" smtClean="0"/>
              <a:t>24/04/2026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64405-BD36-4445-AA89-7B3B134B92A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1100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60B3-E9DB-0AB0-F56A-EFC93886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1125D-B1A9-BE00-43F4-695164BC1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6F3E0-14EA-1ED9-D5C1-528858BBE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71F75-745E-8810-E855-6D4EE8EF1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9828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83E5-5039-102F-25EA-98353D88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77072-6FC9-6E55-BF59-8DA2782D3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AFFA1-98C2-3176-EBDF-10AD35DED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F32E2-1077-1769-7E20-BADFA1A54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6337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0D363-E88D-EF47-5B9E-A86A6A7F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68900-B304-972C-E3EE-50532B434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329A1-2CBB-62CC-F5CD-A86BC244C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C7F7F-607E-4EA4-F6E6-6FFCBA9B0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648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F8D0-E61C-1AE4-AA82-1669C88E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B8186-97E3-C9DB-299B-91E1C4B63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04E90-AC5C-4A9C-0A7A-5B27DCEBD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40B62-1268-86F9-A2E5-54AE0F87E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0365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B01A-00F5-1AEC-317C-CAEE33EB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E590D-DE38-FEB0-7AD7-E7FEBC21C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78C6D-5EBB-DC28-E5D4-9BEC4930F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DFAA6-ABEF-1AFF-FCCF-D02B980C7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298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0721-B16D-0D5B-DDF9-95296B06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1538E-D9C6-CD8B-1616-76EA8643C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DC388-0457-30A1-D610-60CD1AEB6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59598-8CA1-5737-CD40-DD694C015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094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B2CC-3519-3552-6810-1D804694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1EE40-8B9C-0B71-F99B-A4CCE5CC6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6F7BE-1CB4-FE83-ED4F-3D35D3573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E8545-D7B5-08EC-3730-1886A5D90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304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7728-7703-51EE-8725-FC08094C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F38B2-2492-BD77-6259-B732BEF72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0EBE4-E1A8-D77E-D2BC-645DC0B4D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D2DB1-521A-5326-25F0-55EA5A5E5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29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3DC5-A165-D41B-80BA-111E846D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0464D-23AC-70FC-CEE4-DF7D7F77E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11C92-8786-A265-CB9E-AFEDBC029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9C146-D6A4-14E8-0AA8-ABDC862F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322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8886-2B15-B562-A4AA-A4A305C4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2AAAB-F21A-03A7-31E4-1A9FCDD74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D7771-03F4-C19A-3C8E-76D7406A8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D6E92-5BFD-763C-5112-0F21FDB78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848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5D9CF-CBCB-2861-B42A-B4458BCF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9529B-ADF0-E7EB-16C3-17DD3C4AD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CA094-A949-D219-A6CC-6959CEB18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A57D0-258F-BA53-DD9B-033D4473A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7434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D926-3C56-51A8-D810-B83BEAC1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ADF86-96D2-5A15-ADA5-3B1C43791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8FA53-D206-E1E9-C780-2C4BF5F75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FB9DB-2954-1F25-D4BA-926E12332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764405-BD36-4445-AA89-7B3B134B92A5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315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504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971-C823-DDA6-BAD1-BCBE3DE5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1DE2B-148D-5DDE-7836-98CDC92FE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8EEF-C1F6-9799-345B-F96DC7878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187F-8760-60CA-DE6F-6F8BD2A72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2149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6E1A8-92FE-B058-E10A-9F95E680E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4670C-F595-1C23-C2EB-4DDD38FF3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29903-60EE-2FB0-9AE2-53D4EE732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673C-8092-C16C-D646-88B0C39D8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8211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47FD-269F-407E-EBF9-A0965AF0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3CDD3-377F-F092-6FC5-8987D085F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78CBA-A667-3840-AD9C-066685022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EB17D-49AB-E727-B67C-883E8BCE8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449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4CF7-2533-C125-09BD-3F174EA9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A4EEB-3F70-71C2-7006-E03ABCF8C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4A56B-FCDC-FEA5-A1C2-716C3A6D2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46442-8E8E-EFBE-CB65-F54AF38D3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5340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CE09E-1C78-69B2-37AC-52495B7B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9725A-E2FB-30B8-91BD-D52065BE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364C3-AA73-CB78-9871-ED4AB2D6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C8CF0-7AA6-6E2E-8EAD-173274667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1804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E7CA-9AFF-4CA1-CE8D-2436823C4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92718-4571-FFB7-BC5E-51ADF2634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7479F-B4C7-F374-8E2C-6BEE6241D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FFA63-52BB-73B3-5B69-0D402A899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64405-BD36-4445-AA89-7B3B134B92A5}" type="slidenum">
              <a:rPr lang="it-IT" smtClean="0"/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10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20489807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87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31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516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396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it-IT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  <a:sym typeface="Calibri Light" panose="020F03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B1AD1B-50F0-865F-B051-0075FFCFB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61" y="376701"/>
            <a:ext cx="11157995" cy="491401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0"/>
              </a:spcAft>
              <a:defRPr sz="2000" b="1"/>
            </a:lvl1pPr>
          </a:lstStyle>
          <a:p>
            <a:r>
              <a:rPr lang="it-IT"/>
              <a:t>Click to </a:t>
            </a:r>
            <a:r>
              <a:rPr lang="it-IT" err="1"/>
              <a:t>edit</a:t>
            </a:r>
            <a:r>
              <a:rPr lang="it-IT"/>
              <a:t> Master </a:t>
            </a:r>
            <a:r>
              <a:rPr lang="it-IT" err="1"/>
              <a:t>title</a:t>
            </a:r>
            <a:r>
              <a:rPr lang="it-IT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3986326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theme" Target="../theme/theme2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A57B17D-3FA5-7007-87B6-61E9210BF9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636862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95" imgH="396" progId="TCLayout.ActiveDocument.1">
                  <p:embed/>
                </p:oleObj>
              </mc:Choice>
              <mc:Fallback>
                <p:oleObj name="think-cell Slide" r:id="rId16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57B17D-3FA5-7007-87B6-61E9210BF9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6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2EC5A0B-462F-C0E6-7F35-1C7EF13261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42462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2EC5A0B-462F-C0E6-7F35-1C7EF1326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53A4C69-9BDF-173A-3250-B6A5860F9004}"/>
              </a:ext>
            </a:extLst>
          </p:cNvPr>
          <p:cNvSpPr/>
          <p:nvPr userDrawn="1"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0357E9-63FA-24B1-D129-26672435F4CF}"/>
              </a:ext>
            </a:extLst>
          </p:cNvPr>
          <p:cNvSpPr/>
          <p:nvPr userDrawn="1"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Dashboard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BF722D-CF05-5396-7CC9-C788731EA001}"/>
              </a:ext>
            </a:extLst>
          </p:cNvPr>
          <p:cNvSpPr/>
          <p:nvPr userDrawn="1"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EFBE31-34DB-E83D-0B5D-62DDFC2751D9}"/>
              </a:ext>
            </a:extLst>
          </p:cNvPr>
          <p:cNvSpPr/>
          <p:nvPr userDrawn="1"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b="1">
                <a:solidFill>
                  <a:schemeClr val="bg1"/>
                </a:solidFill>
              </a:rPr>
              <a:t>Piattaforma Banca Agente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21E0C3AA-FE6C-542A-B7D4-3EE36B3074C6}"/>
              </a:ext>
            </a:extLst>
          </p:cNvPr>
          <p:cNvSpPr/>
          <p:nvPr userDrawn="1"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51121F1-FF11-741D-B8D8-EB361488EFFD}"/>
              </a:ext>
            </a:extLst>
          </p:cNvPr>
          <p:cNvGrpSpPr/>
          <p:nvPr userDrawn="1"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CEE299-E825-7E7A-6385-588F312F99A9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85D0EC-10FC-F6B6-FBC1-1BDB78E54DC1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1D14F8F-268C-F769-A71F-C7B69CD809F8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Graphic 38" descr="Ringer outline">
            <a:extLst>
              <a:ext uri="{FF2B5EF4-FFF2-40B4-BE49-F238E27FC236}">
                <a16:creationId xmlns:a16="http://schemas.microsoft.com/office/drawing/2014/main" id="{1B38B231-8ED6-3E66-2A0E-617D766A1F5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40" name="Graphic 39" descr="Question Mark with solid fill">
            <a:extLst>
              <a:ext uri="{FF2B5EF4-FFF2-40B4-BE49-F238E27FC236}">
                <a16:creationId xmlns:a16="http://schemas.microsoft.com/office/drawing/2014/main" id="{334A4851-32F1-6E21-51FC-EB3322B7DA4F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7078DED5-BF29-9C18-06A4-4AEDDF7A181B}"/>
              </a:ext>
            </a:extLst>
          </p:cNvPr>
          <p:cNvSpPr/>
          <p:nvPr userDrawn="1"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Pratiche Censimento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6DE618F-D858-FE3C-8C77-FC98D908AF41}"/>
              </a:ext>
            </a:extLst>
          </p:cNvPr>
          <p:cNvSpPr/>
          <p:nvPr userDrawn="1"/>
        </p:nvSpPr>
        <p:spPr>
          <a:xfrm>
            <a:off x="0" y="6481481"/>
            <a:ext cx="12192000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7FFAB8-C272-831B-14C9-C87CD897DF26}"/>
              </a:ext>
            </a:extLst>
          </p:cNvPr>
          <p:cNvGrpSpPr/>
          <p:nvPr userDrawn="1"/>
        </p:nvGrpSpPr>
        <p:grpSpPr>
          <a:xfrm>
            <a:off x="4405283" y="6558760"/>
            <a:ext cx="3381434" cy="221960"/>
            <a:chOff x="4614337" y="6558760"/>
            <a:chExt cx="3381434" cy="22196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0B1D14-2F50-0DF3-1621-133CD05C9E7C}"/>
                </a:ext>
              </a:extLst>
            </p:cNvPr>
            <p:cNvSpPr/>
            <p:nvPr/>
          </p:nvSpPr>
          <p:spPr>
            <a:xfrm>
              <a:off x="4614337" y="6558760"/>
              <a:ext cx="1046129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>
                  <a:solidFill>
                    <a:sysClr val="windowText" lastClr="000000"/>
                  </a:solidFill>
                </a:rPr>
                <a:t>Privacy e Cookie Policy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90045F-AA96-A436-BCA1-4CB5CFE1C132}"/>
                </a:ext>
              </a:extLst>
            </p:cNvPr>
            <p:cNvSpPr/>
            <p:nvPr/>
          </p:nvSpPr>
          <p:spPr>
            <a:xfrm>
              <a:off x="5836770" y="6558760"/>
              <a:ext cx="826248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 err="1">
                  <a:solidFill>
                    <a:sysClr val="windowText" lastClr="000000"/>
                  </a:solidFill>
                </a:rPr>
                <a:t>Terms</a:t>
              </a:r>
              <a:r>
                <a:rPr lang="it-IT" sz="600">
                  <a:solidFill>
                    <a:sysClr val="windowText" lastClr="000000"/>
                  </a:solidFill>
                </a:rPr>
                <a:t> &amp; </a:t>
              </a:r>
              <a:r>
                <a:rPr lang="it-IT" sz="600" err="1">
                  <a:solidFill>
                    <a:sysClr val="windowText" lastClr="000000"/>
                  </a:solidFill>
                </a:rPr>
                <a:t>Conditions</a:t>
              </a:r>
              <a:endParaRPr lang="it-IT" sz="60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6EAE64-9FC5-F184-8F10-B41DA1E3D919}"/>
                </a:ext>
              </a:extLst>
            </p:cNvPr>
            <p:cNvSpPr/>
            <p:nvPr/>
          </p:nvSpPr>
          <p:spPr>
            <a:xfrm>
              <a:off x="6839324" y="6558760"/>
              <a:ext cx="1156447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>
                  <a:solidFill>
                    <a:sysClr val="windowText" lastClr="000000"/>
                  </a:solidFill>
                </a:rPr>
                <a:t>Dichiarazione di accessibilità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8055C81-F057-363C-8E01-CB0191E0F7B8}"/>
                </a:ext>
              </a:extLst>
            </p:cNvPr>
            <p:cNvCxnSpPr/>
            <p:nvPr/>
          </p:nvCxnSpPr>
          <p:spPr>
            <a:xfrm>
              <a:off x="5748618" y="6579571"/>
              <a:ext cx="0" cy="180338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CAF9568-050E-7BDB-C1B4-22059615E19B}"/>
                </a:ext>
              </a:extLst>
            </p:cNvPr>
            <p:cNvCxnSpPr/>
            <p:nvPr/>
          </p:nvCxnSpPr>
          <p:spPr>
            <a:xfrm>
              <a:off x="6751170" y="6579571"/>
              <a:ext cx="0" cy="180338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3A777B4-5C8E-49A1-2A5A-88988371ECFC}"/>
              </a:ext>
            </a:extLst>
          </p:cNvPr>
          <p:cNvSpPr/>
          <p:nvPr userDrawn="1"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</p:spTree>
    <p:extLst>
      <p:ext uri="{BB962C8B-B14F-4D97-AF65-F5344CB8AC3E}">
        <p14:creationId xmlns:p14="http://schemas.microsoft.com/office/powerpoint/2010/main" val="123693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44.xml"/><Relationship Id="rId1" Type="http://schemas.openxmlformats.org/officeDocument/2006/relationships/customXml" Target="../../customXml/item74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5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64.xml"/><Relationship Id="rId1" Type="http://schemas.openxmlformats.org/officeDocument/2006/relationships/customXml" Target="../../customXml/item3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2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2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31.xml"/><Relationship Id="rId1" Type="http://schemas.openxmlformats.org/officeDocument/2006/relationships/customXml" Target="../../customXml/item6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76.xml"/><Relationship Id="rId1" Type="http://schemas.openxmlformats.org/officeDocument/2006/relationships/customXml" Target="../../customXml/item7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4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41.xml"/><Relationship Id="rId1" Type="http://schemas.openxmlformats.org/officeDocument/2006/relationships/customXml" Target="../../customXml/item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5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23.xml"/><Relationship Id="rId1" Type="http://schemas.openxmlformats.org/officeDocument/2006/relationships/customXml" Target="../../customXml/item4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45.xml"/><Relationship Id="rId1" Type="http://schemas.openxmlformats.org/officeDocument/2006/relationships/customXml" Target="../../customXml/item7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72.xml"/><Relationship Id="rId1" Type="http://schemas.openxmlformats.org/officeDocument/2006/relationships/customXml" Target="../../customXml/item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62.xml"/><Relationship Id="rId1" Type="http://schemas.openxmlformats.org/officeDocument/2006/relationships/customXml" Target="../../customXml/item3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6.xml"/><Relationship Id="rId1" Type="http://schemas.openxmlformats.org/officeDocument/2006/relationships/customXml" Target="../../customXml/item4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35.xml"/><Relationship Id="rId1" Type="http://schemas.openxmlformats.org/officeDocument/2006/relationships/customXml" Target="../../customXml/item5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7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58.xml"/><Relationship Id="rId1" Type="http://schemas.openxmlformats.org/officeDocument/2006/relationships/customXml" Target="../../customXml/item7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65.xml"/><Relationship Id="rId1" Type="http://schemas.openxmlformats.org/officeDocument/2006/relationships/customXml" Target="../../customXml/item32.xml"/><Relationship Id="rId6" Type="http://schemas.openxmlformats.org/officeDocument/2006/relationships/image" Target="../media/image14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61.xml"/><Relationship Id="rId1" Type="http://schemas.openxmlformats.org/officeDocument/2006/relationships/customXml" Target="../../customXml/item73.xml"/><Relationship Id="rId6" Type="http://schemas.openxmlformats.org/officeDocument/2006/relationships/image" Target="../media/image14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48.xml"/><Relationship Id="rId1" Type="http://schemas.openxmlformats.org/officeDocument/2006/relationships/customXml" Target="../../customXml/item4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36.xml"/><Relationship Id="rId1" Type="http://schemas.openxmlformats.org/officeDocument/2006/relationships/customXml" Target="../../customXml/item66.xml"/><Relationship Id="rId6" Type="http://schemas.openxmlformats.org/officeDocument/2006/relationships/image" Target="../media/image14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2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1.svg"/><Relationship Id="rId4" Type="http://schemas.openxmlformats.org/officeDocument/2006/relationships/image" Target="../media/image4.svg"/><Relationship Id="rId9" Type="http://schemas.openxmlformats.org/officeDocument/2006/relationships/image" Target="../media/image8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2" Type="http://schemas.openxmlformats.org/officeDocument/2006/relationships/customXml" Target="../../customXml/item34.xml"/><Relationship Id="rId1" Type="http://schemas.openxmlformats.org/officeDocument/2006/relationships/customXml" Target="../../customXml/item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1.svg"/><Relationship Id="rId4" Type="http://schemas.openxmlformats.org/officeDocument/2006/relationships/image" Target="../media/image4.svg"/><Relationship Id="rId9" Type="http://schemas.openxmlformats.org/officeDocument/2006/relationships/image" Target="../media/image8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2" Type="http://schemas.openxmlformats.org/officeDocument/2006/relationships/customXml" Target="../../customXml/item51.xml"/><Relationship Id="rId1" Type="http://schemas.openxmlformats.org/officeDocument/2006/relationships/customXml" Target="../../customXml/item4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1.svg"/><Relationship Id="rId4" Type="http://schemas.openxmlformats.org/officeDocument/2006/relationships/image" Target="../media/image4.svg"/><Relationship Id="rId9" Type="http://schemas.openxmlformats.org/officeDocument/2006/relationships/image" Target="../media/image8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20.xml"/><Relationship Id="rId1" Type="http://schemas.openxmlformats.org/officeDocument/2006/relationships/customXml" Target="../../customXml/item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37.xml"/><Relationship Id="rId1" Type="http://schemas.openxmlformats.org/officeDocument/2006/relationships/customXml" Target="../../customXml/item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53.xml"/><Relationship Id="rId1" Type="http://schemas.openxmlformats.org/officeDocument/2006/relationships/customXml" Target="../../customXml/item6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52.xml"/><Relationship Id="rId1" Type="http://schemas.openxmlformats.org/officeDocument/2006/relationships/customXml" Target="../../customXml/item6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2" Type="http://schemas.openxmlformats.org/officeDocument/2006/relationships/customXml" Target="../../customXml/item38.xml"/><Relationship Id="rId1" Type="http://schemas.openxmlformats.org/officeDocument/2006/relationships/customXml" Target="../../customXml/item2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chart" Target="../charts/chart1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59.xml"/><Relationship Id="rId6" Type="http://schemas.openxmlformats.org/officeDocument/2006/relationships/hyperlink" Target="mailto:mverdi@deloitte.it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69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49.xml"/><Relationship Id="rId1" Type="http://schemas.openxmlformats.org/officeDocument/2006/relationships/customXml" Target="../../customXml/item25.xml"/><Relationship Id="rId6" Type="http://schemas.openxmlformats.org/officeDocument/2006/relationships/chart" Target="../charts/char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55.xml"/><Relationship Id="rId1" Type="http://schemas.openxmlformats.org/officeDocument/2006/relationships/customXml" Target="../../customXml/item1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63.xml"/><Relationship Id="rId1" Type="http://schemas.openxmlformats.org/officeDocument/2006/relationships/customXml" Target="../../customXml/item21.xml"/><Relationship Id="rId6" Type="http://schemas.openxmlformats.org/officeDocument/2006/relationships/chart" Target="../charts/char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744D-34B5-BF57-BCD6-1EA43FA9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4524B25A-C386-A9B6-C885-0D50CDEA8437}"/>
              </a:ext>
            </a:extLst>
          </p:cNvPr>
          <p:cNvSpPr txBox="1"/>
          <p:nvPr/>
        </p:nvSpPr>
        <p:spPr>
          <a:xfrm>
            <a:off x="1369897" y="44831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Dashboard Monitoraggio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E604D1-B5AA-768E-844E-CE7C0619C8B0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11F70E0-055E-34FD-84C9-0C21C2768301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C66D5DD-BF30-4341-1C21-9016C856602A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42769E34-49B1-30FD-8746-6E6381A49F9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C30C7F9-D4B7-F8A4-CA4B-D12F5FAA705E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6E63054-B2FA-89A6-72D1-9EB776D1D6CE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842B0C8-0201-FC96-A06C-1086E09AAE30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134AD9C-7315-8126-C20F-466E136A38CB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8693AE39-E857-AA83-3512-A4DC504F11B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393C3452-6A3D-67AC-44D3-9D49B65D592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4B581F3E-BF23-B52C-73BB-81CEC9EE3D67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3BF0D2C-F56A-60C1-40A0-C355BC055ACA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3E30BAF-689F-7D3F-66C3-028E0970730E}"/>
              </a:ext>
            </a:extLst>
          </p:cNvPr>
          <p:cNvSpPr/>
          <p:nvPr/>
        </p:nvSpPr>
        <p:spPr>
          <a:xfrm>
            <a:off x="11029801" y="580559"/>
            <a:ext cx="636144" cy="23046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 b="1"/>
              <a:t>Monitoraggio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E8BB4C-3ED0-0FB6-BFF8-EA8865176F3F}"/>
              </a:ext>
            </a:extLst>
          </p:cNvPr>
          <p:cNvSpPr/>
          <p:nvPr/>
        </p:nvSpPr>
        <p:spPr>
          <a:xfrm>
            <a:off x="10285264" y="580559"/>
            <a:ext cx="636144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Censimento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10BF298-3CC3-8457-D292-ED2C496BD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274159"/>
              </p:ext>
            </p:extLst>
          </p:nvPr>
        </p:nvGraphicFramePr>
        <p:xfrm>
          <a:off x="1434145" y="1436169"/>
          <a:ext cx="9752069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895">
                  <a:extLst>
                    <a:ext uri="{9D8B030D-6E8A-4147-A177-3AD203B41FA5}">
                      <a16:colId xmlns:a16="http://schemas.microsoft.com/office/drawing/2014/main" val="1523405141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3696581605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417054188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2957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287892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140438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 Verdi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7808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</a:t>
                      </a:r>
                      <a:r>
                        <a:rPr lang="it-IT" sz="600" err="1"/>
                        <a:t>s.r.l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 Verdi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 Rossi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7B920290-3003-2571-E07F-752DA1A3E442}"/>
              </a:ext>
            </a:extLst>
          </p:cNvPr>
          <p:cNvSpPr txBox="1"/>
          <p:nvPr/>
        </p:nvSpPr>
        <p:spPr>
          <a:xfrm>
            <a:off x="5896045" y="2700853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26A636-47F6-FEA0-FBA4-AA60CB6CD893}"/>
              </a:ext>
            </a:extLst>
          </p:cNvPr>
          <p:cNvGrpSpPr/>
          <p:nvPr/>
        </p:nvGrpSpPr>
        <p:grpSpPr>
          <a:xfrm>
            <a:off x="12036725" y="1412124"/>
            <a:ext cx="78980" cy="4865068"/>
            <a:chOff x="11993888" y="4292486"/>
            <a:chExt cx="58608" cy="16560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80E55D2-FD99-EC4D-BBF6-77546004A84E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ABAD508-2F10-B389-EFE3-1A3B87AAF5A7}"/>
                </a:ext>
              </a:extLst>
            </p:cNvPr>
            <p:cNvSpPr/>
            <p:nvPr/>
          </p:nvSpPr>
          <p:spPr>
            <a:xfrm>
              <a:off x="11993888" y="4874811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82F3FD40-A9E9-3518-0121-3CE01DE37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063566"/>
              </p:ext>
            </p:extLst>
          </p:nvPr>
        </p:nvGraphicFramePr>
        <p:xfrm>
          <a:off x="1410479" y="3187100"/>
          <a:ext cx="9775734" cy="32365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1352">
                  <a:extLst>
                    <a:ext uri="{9D8B030D-6E8A-4147-A177-3AD203B41FA5}">
                      <a16:colId xmlns:a16="http://schemas.microsoft.com/office/drawing/2014/main" val="3280996899"/>
                    </a:ext>
                  </a:extLst>
                </a:gridCol>
                <a:gridCol w="811352">
                  <a:extLst>
                    <a:ext uri="{9D8B030D-6E8A-4147-A177-3AD203B41FA5}">
                      <a16:colId xmlns:a16="http://schemas.microsoft.com/office/drawing/2014/main" val="3782242764"/>
                    </a:ext>
                  </a:extLst>
                </a:gridCol>
                <a:gridCol w="811352">
                  <a:extLst>
                    <a:ext uri="{9D8B030D-6E8A-4147-A177-3AD203B41FA5}">
                      <a16:colId xmlns:a16="http://schemas.microsoft.com/office/drawing/2014/main" val="2806657229"/>
                    </a:ext>
                  </a:extLst>
                </a:gridCol>
                <a:gridCol w="811352">
                  <a:extLst>
                    <a:ext uri="{9D8B030D-6E8A-4147-A177-3AD203B41FA5}">
                      <a16:colId xmlns:a16="http://schemas.microsoft.com/office/drawing/2014/main" val="605038084"/>
                    </a:ext>
                  </a:extLst>
                </a:gridCol>
                <a:gridCol w="811352">
                  <a:extLst>
                    <a:ext uri="{9D8B030D-6E8A-4147-A177-3AD203B41FA5}">
                      <a16:colId xmlns:a16="http://schemas.microsoft.com/office/drawing/2014/main" val="3503452706"/>
                    </a:ext>
                  </a:extLst>
                </a:gridCol>
                <a:gridCol w="811352">
                  <a:extLst>
                    <a:ext uri="{9D8B030D-6E8A-4147-A177-3AD203B41FA5}">
                      <a16:colId xmlns:a16="http://schemas.microsoft.com/office/drawing/2014/main" val="2411097707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3682610326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86858994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306692727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1882013432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2408723257"/>
                    </a:ext>
                  </a:extLst>
                </a:gridCol>
                <a:gridCol w="817937">
                  <a:extLst>
                    <a:ext uri="{9D8B030D-6E8A-4147-A177-3AD203B41FA5}">
                      <a16:colId xmlns:a16="http://schemas.microsoft.com/office/drawing/2014/main" val="2600894951"/>
                    </a:ext>
                  </a:extLst>
                </a:gridCol>
              </a:tblGrid>
              <a:tr h="235308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#Monitoraggi Scaduti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it-IT" sz="6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Monitraggi</a:t>
                      </a: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Scadenza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pratica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111907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600"/>
                        <a:t>Banca Nuova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827666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600"/>
                        <a:t>Gentrification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08/07/2014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14/05/2021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385601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23/01/2016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19/09/2023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482316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Caffè Espresso Tech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11/09/2013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27/03/2020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988487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Gelato Innovativo </a:t>
                      </a:r>
                      <a:r>
                        <a:rPr lang="it-IT" sz="6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s.r.l</a:t>
                      </a:r>
                      <a:endParaRPr lang="it-IT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30/04/2017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12/08/2024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22772"/>
                  </a:ext>
                </a:extLst>
              </a:tr>
              <a:tr h="1699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Vita </a:t>
                      </a:r>
                      <a:r>
                        <a:rPr lang="it-IT" sz="6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logistics</a:t>
                      </a:r>
                      <a:endParaRPr lang="it-IT" sz="6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06/12/2015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18/07/2022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641299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Sole e Mare Resorts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19/05/2014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03/02/2021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62758"/>
                  </a:ext>
                </a:extLst>
              </a:tr>
              <a:tr h="3257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Melodia Music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02/11/2016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25/06/2023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415290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Clean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Capital Group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14/08/2015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09/04/2022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804712"/>
                  </a:ext>
                </a:extLst>
              </a:tr>
              <a:tr h="2370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Vino Nobile Ventures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28/02/2017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16/10/2024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id Monitoraggio</a:t>
                      </a:r>
                      <a:endParaRPr lang="it-IT" sz="6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85424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2634CAB-95AE-DDF4-39CD-81A250CA4824}"/>
              </a:ext>
            </a:extLst>
          </p:cNvPr>
          <p:cNvSpPr/>
          <p:nvPr/>
        </p:nvSpPr>
        <p:spPr>
          <a:xfrm>
            <a:off x="1373960" y="2795669"/>
            <a:ext cx="2448000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Pratiche Monitoraggio Recenti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7EC0D9-8042-85D6-03B8-05AA4EEF246C}"/>
              </a:ext>
            </a:extLst>
          </p:cNvPr>
          <p:cNvSpPr/>
          <p:nvPr/>
        </p:nvSpPr>
        <p:spPr>
          <a:xfrm>
            <a:off x="1353307" y="1010168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161119-498E-A4EC-F427-3CB699E2D164}"/>
              </a:ext>
            </a:extLst>
          </p:cNvPr>
          <p:cNvSpPr/>
          <p:nvPr/>
        </p:nvSpPr>
        <p:spPr>
          <a:xfrm>
            <a:off x="1411355" y="1191288"/>
            <a:ext cx="8028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in scadenza  in piattaforma. Per visualizzare l’elenco completo puoi consultare la pagina dedicata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870B28-6225-41D5-76D4-F8CE03C4F21B}"/>
              </a:ext>
            </a:extLst>
          </p:cNvPr>
          <p:cNvSpPr/>
          <p:nvPr/>
        </p:nvSpPr>
        <p:spPr>
          <a:xfrm>
            <a:off x="10399446" y="1206417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A80DB7-7C2C-6811-119F-00A62A3221F2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5C282-618E-35CA-AB8F-47F09968090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066CA-D697-1DC9-F428-DAFD56C73620}"/>
              </a:ext>
            </a:extLst>
          </p:cNvPr>
          <p:cNvSpPr/>
          <p:nvPr/>
        </p:nvSpPr>
        <p:spPr>
          <a:xfrm>
            <a:off x="1411355" y="2947819"/>
            <a:ext cx="8028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delle pratiche di monitoraggio più recenti. Per visualizzare l’elenco completo puoi consultare la sezione Pratiche Monitoraggio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01D539-4D7F-2845-7C93-DBEF999A2DDE}"/>
              </a:ext>
            </a:extLst>
          </p:cNvPr>
          <p:cNvSpPr/>
          <p:nvPr/>
        </p:nvSpPr>
        <p:spPr>
          <a:xfrm>
            <a:off x="10399446" y="2962948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0833E-034A-AF67-F3F4-11903E44FFC0}"/>
              </a:ext>
            </a:extLst>
          </p:cNvPr>
          <p:cNvSpPr txBox="1"/>
          <p:nvPr/>
        </p:nvSpPr>
        <p:spPr>
          <a:xfrm>
            <a:off x="5896045" y="6371232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FCF046C-F2F3-EBE5-A98B-353057A6CDFE}"/>
              </a:ext>
            </a:extLst>
          </p:cNvPr>
          <p:cNvSpPr/>
          <p:nvPr/>
        </p:nvSpPr>
        <p:spPr>
          <a:xfrm rot="1011258">
            <a:off x="9872801" y="286346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D1CD00-1606-2C94-3B0E-9526B6A2ACD3}"/>
              </a:ext>
            </a:extLst>
          </p:cNvPr>
          <p:cNvSpPr/>
          <p:nvPr/>
        </p:nvSpPr>
        <p:spPr>
          <a:xfrm rot="1011258">
            <a:off x="-45547" y="1089080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586A91-70C3-4C00-6C6B-14E37A59AA84}"/>
              </a:ext>
            </a:extLst>
          </p:cNvPr>
          <p:cNvSpPr/>
          <p:nvPr/>
        </p:nvSpPr>
        <p:spPr>
          <a:xfrm>
            <a:off x="-1" y="177428"/>
            <a:ext cx="3585688" cy="633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Spostare colonne ID Evento e tracking all’</a:t>
            </a:r>
            <a:r>
              <a:rPr lang="it-IT" err="1"/>
              <a:t>inzio</a:t>
            </a:r>
            <a:endParaRPr lang="it-IT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7088879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0B807-71EF-B31E-5DC8-AE4AD951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D2D8CF0-8C1D-03A5-1214-E6EB085489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A6281F-CF92-882C-DFFA-2AB6887B3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1481"/>
            <a:ext cx="12192000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AB0957-2C52-56DB-24F8-9D0F4B48DF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5741" y="466163"/>
            <a:ext cx="10769173" cy="875803"/>
          </a:xfrm>
          <a:prstGeom prst="roundRect">
            <a:avLst>
              <a:gd name="adj" fmla="val 7879"/>
            </a:avLst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152784-D005-F407-9E57-9C2389B61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Utente Banca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EDCBBDC-7676-E1B6-FCAD-CF6A5222A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767659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Utente Banca…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7374BA6-2280-C365-87DD-7C15BE198E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42BB506-65C2-1B23-166E-96ACBBFD4A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Pratiche Censimento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400193-416E-8E99-567A-4C5CDFE54F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FA96B8-A5E5-E05C-F957-DA9CDCAC4F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1723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PER TRACKING ID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F87B7B-4EE5-ECA7-3E33-ED1903012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1723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Tracking ID…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3331A8-ED4C-83E6-6DA7-FCA2FD69E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82178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 PRATICA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7E731F-88F8-A0DE-FE50-2D77B74DA3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82178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 Pratica…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1A72F0-1E29-1C42-278F-CC1EBA82BD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633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PER SEMAFORO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4DEC2EE-C758-DB90-F33D-1ADA2FC2AF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633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Seleziona semaforo…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130574F-AB9C-FA07-2EAC-0DCA54F49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1062360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/>
              <a:t>Applica filtri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C7245A0-2067-3307-E3C0-3EFD2A87D7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99066" y="1062360"/>
            <a:ext cx="841470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Resetta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6FF4D03-7BE6-3CF5-736F-6CB42F768F14}"/>
              </a:ext>
            </a:extLst>
          </p:cNvPr>
          <p:cNvSpPr/>
          <p:nvPr/>
        </p:nvSpPr>
        <p:spPr>
          <a:xfrm>
            <a:off x="1492871" y="1805248"/>
            <a:ext cx="10454912" cy="4210069"/>
          </a:xfrm>
          <a:prstGeom prst="roundRect">
            <a:avLst>
              <a:gd name="adj" fmla="val 1214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83F07F4-186E-EB2D-BFA1-FB97E4AA8D5B}"/>
              </a:ext>
            </a:extLst>
          </p:cNvPr>
          <p:cNvGraphicFramePr>
            <a:graphicFrameLocks noGrp="1"/>
          </p:cNvGraphicFramePr>
          <p:nvPr/>
        </p:nvGraphicFramePr>
        <p:xfrm>
          <a:off x="1563487" y="1832348"/>
          <a:ext cx="10373851" cy="427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4516">
                  <a:extLst>
                    <a:ext uri="{9D8B030D-6E8A-4147-A177-3AD203B41FA5}">
                      <a16:colId xmlns:a16="http://schemas.microsoft.com/office/drawing/2014/main" val="2609880510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80502242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26067299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3329612332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2327872925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248127718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399790202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1725533185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915033025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2389637390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408082228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32567718"/>
                    </a:ext>
                  </a:extLst>
                </a:gridCol>
              </a:tblGrid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7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#Monitoraggi Scaduti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it-IT" sz="8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Monitraggi</a:t>
                      </a: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Scadenza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Documenti in Lavorazione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Pratica Monitoraggio 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64639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Gentrification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08/07/2014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14/05/2021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23/01/2016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19/09/2023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Caffè Espresso Tech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11/09/2013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27/03/2020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Gelato Innovativo </a:t>
                      </a:r>
                      <a:r>
                        <a:rPr lang="it-IT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s.r.l</a:t>
                      </a:r>
                      <a:endParaRPr lang="it-IT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30/04/2017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12/08/2024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65888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Vita </a:t>
                      </a:r>
                      <a:r>
                        <a:rPr lang="it-IT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logistics</a:t>
                      </a:r>
                      <a:endParaRPr lang="it-IT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06/12/2015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18/07/2022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36869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Sole e Mare Resorts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19/05/2014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03/02/2021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79736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Melodia Music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02/11/2016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25/06/2023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854826"/>
                  </a:ext>
                </a:extLst>
              </a:tr>
            </a:tbl>
          </a:graphicData>
        </a:graphic>
      </p:graphicFrame>
      <p:sp>
        <p:nvSpPr>
          <p:cNvPr id="79" name="Rectangle 78">
            <a:extLst>
              <a:ext uri="{FF2B5EF4-FFF2-40B4-BE49-F238E27FC236}">
                <a16:creationId xmlns:a16="http://schemas.microsoft.com/office/drawing/2014/main" id="{BEC3D212-25E0-9990-0841-0C44F150C276}"/>
              </a:ext>
            </a:extLst>
          </p:cNvPr>
          <p:cNvSpPr/>
          <p:nvPr/>
        </p:nvSpPr>
        <p:spPr>
          <a:xfrm>
            <a:off x="1492871" y="1541867"/>
            <a:ext cx="2174254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Tabella Pratiche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C98-DBC8-ED37-DB9A-57ADEB452DE6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4FBE9-99DB-65F3-EE35-D837E61C4C1C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b="1">
                <a:solidFill>
                  <a:schemeClr val="bg1"/>
                </a:solidFill>
              </a:rPr>
              <a:t>Piattaforma Banca Agente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10FE3976-C06F-0B0D-D640-CCBC510CA513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1DD0C-9AF3-4868-B9E2-9EE98A6B36DA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972EB2-655F-698D-B669-74C35D2D98A1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8E92875-1163-22BB-3063-883F52551677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67FD945-E94B-BEEE-125C-3048AB89C4FA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Graphic 34" descr="Ringer outline">
            <a:extLst>
              <a:ext uri="{FF2B5EF4-FFF2-40B4-BE49-F238E27FC236}">
                <a16:creationId xmlns:a16="http://schemas.microsoft.com/office/drawing/2014/main" id="{B2F2FA94-E83F-0DEE-B6E7-0EE18DF2D50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9" name="Graphic 38" descr="Question Mark with solid fill">
            <a:extLst>
              <a:ext uri="{FF2B5EF4-FFF2-40B4-BE49-F238E27FC236}">
                <a16:creationId xmlns:a16="http://schemas.microsoft.com/office/drawing/2014/main" id="{E42B7A88-A93A-B666-D498-E50DA12C2E9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C3808A-569A-73C8-8129-319E7DBE7701}"/>
              </a:ext>
            </a:extLst>
          </p:cNvPr>
          <p:cNvSpPr/>
          <p:nvPr/>
        </p:nvSpPr>
        <p:spPr>
          <a:xfrm>
            <a:off x="11095869" y="1514131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Scarica Report Pratiche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1A01D8-BEB4-65FF-09B0-8CDF7FAC783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A2EE4-1083-EDF9-D533-AF12131EBB7B}"/>
              </a:ext>
            </a:extLst>
          </p:cNvPr>
          <p:cNvSpPr txBox="1"/>
          <p:nvPr/>
        </p:nvSpPr>
        <p:spPr>
          <a:xfrm>
            <a:off x="6096000" y="6110928"/>
            <a:ext cx="6773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">
                <a:solidFill>
                  <a:schemeClr val="tx2"/>
                </a:solidFill>
              </a:rPr>
              <a:t>&lt;&lt; Pagina 1&gt;&gt;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FAD7D68-55E9-69C8-2433-7B6F9F31C026}"/>
              </a:ext>
            </a:extLst>
          </p:cNvPr>
          <p:cNvSpPr/>
          <p:nvPr/>
        </p:nvSpPr>
        <p:spPr>
          <a:xfrm rot="10800000">
            <a:off x="11537343" y="799301"/>
            <a:ext cx="121920" cy="168429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E7047-933A-0B69-01B3-CA8E546E1CDC}"/>
              </a:ext>
            </a:extLst>
          </p:cNvPr>
          <p:cNvSpPr/>
          <p:nvPr/>
        </p:nvSpPr>
        <p:spPr>
          <a:xfrm>
            <a:off x="4849244" y="109592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Nome Deal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3BB41F-D675-3E23-DD80-F218E158239C}"/>
              </a:ext>
            </a:extLst>
          </p:cNvPr>
          <p:cNvSpPr/>
          <p:nvPr/>
        </p:nvSpPr>
        <p:spPr>
          <a:xfrm>
            <a:off x="4849244" y="130926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Nome Deal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2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ED31-DF63-460A-3768-AD916C0F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32495E1-6924-FF49-2995-D297A65A92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FD17CA-6DB7-C251-296C-B2C24CD90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1481"/>
            <a:ext cx="12192000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00ECB38-CE98-6B22-D51E-461F64D68E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5741" y="466163"/>
            <a:ext cx="10769173" cy="875803"/>
          </a:xfrm>
          <a:prstGeom prst="roundRect">
            <a:avLst>
              <a:gd name="adj" fmla="val 7879"/>
            </a:avLst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8D1BC88-F3D8-4097-6619-BCE424EDEF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Utente Banca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926C62F-5CE1-3E0E-ABBD-589759C2F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767659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Utente Banca…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C5D3214-7B66-F8DF-5882-A7D8C0719E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C897D5D-9177-DEF0-BC8E-85B295F953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Pratiche Censimento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779EB0F-CE6C-9953-10E6-379E37D2C7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28AAB2-0A49-EF58-1958-F1CD4F46F0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1723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PER TRACKING ID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557CC9D-EF08-6652-A657-CF0D6A435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81723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Tracking ID…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68D691-4641-6600-3149-E73EC89C15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82178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 PRATICA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8062AC1-9C17-A270-E35E-6ACC9BED7E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82178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 Pratica…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4405C7-F1DD-DECF-4C3F-D2327B8D5E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633" y="55431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PER SEMAFORO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FA238FD-EF42-CADB-3959-E3CD4CA957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2633" y="76765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Seleziona semaforo…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0F95A79-1903-924C-F7EE-0EEC16259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950" y="1062360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/>
              <a:t>Applica filtri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E1A70AF-67CD-0C3F-A4AE-A45FF4160C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99066" y="1062360"/>
            <a:ext cx="841470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Resetta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2158BCE-EEEA-85B9-0316-5CE6F2F43B89}"/>
              </a:ext>
            </a:extLst>
          </p:cNvPr>
          <p:cNvSpPr/>
          <p:nvPr/>
        </p:nvSpPr>
        <p:spPr>
          <a:xfrm>
            <a:off x="1492871" y="1805248"/>
            <a:ext cx="10454912" cy="4210069"/>
          </a:xfrm>
          <a:prstGeom prst="roundRect">
            <a:avLst>
              <a:gd name="adj" fmla="val 1214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618B8BE5-6AB1-F2A8-121C-51F5E7BF9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995485"/>
              </p:ext>
            </p:extLst>
          </p:nvPr>
        </p:nvGraphicFramePr>
        <p:xfrm>
          <a:off x="1563487" y="1832348"/>
          <a:ext cx="10373851" cy="427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4516">
                  <a:extLst>
                    <a:ext uri="{9D8B030D-6E8A-4147-A177-3AD203B41FA5}">
                      <a16:colId xmlns:a16="http://schemas.microsoft.com/office/drawing/2014/main" val="2609880510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80502242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26067299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3329612332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2327872925"/>
                    </a:ext>
                  </a:extLst>
                </a:gridCol>
                <a:gridCol w="794516">
                  <a:extLst>
                    <a:ext uri="{9D8B030D-6E8A-4147-A177-3AD203B41FA5}">
                      <a16:colId xmlns:a16="http://schemas.microsoft.com/office/drawing/2014/main" val="4248127718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399790202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1725533185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915033025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2389637390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408082228"/>
                    </a:ext>
                  </a:extLst>
                </a:gridCol>
                <a:gridCol w="800965">
                  <a:extLst>
                    <a:ext uri="{9D8B030D-6E8A-4147-A177-3AD203B41FA5}">
                      <a16:colId xmlns:a16="http://schemas.microsoft.com/office/drawing/2014/main" val="332567718"/>
                    </a:ext>
                  </a:extLst>
                </a:gridCol>
              </a:tblGrid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7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#Monitoraggi Scaduti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lang="it-IT" sz="8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Monitraggi</a:t>
                      </a: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Scadenza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Documenti in Lavorazione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Pratica Monitoraggio 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64639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Gentrification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08/07/2014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14/05/2021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23/01/2016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19/09/2023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Caffè Espresso Tech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11/09/2013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27/03/2020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Gelato Innovativo </a:t>
                      </a:r>
                      <a:r>
                        <a:rPr lang="it-IT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s.r.l</a:t>
                      </a:r>
                      <a:endParaRPr lang="it-IT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30/04/2017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12/08/2024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658887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Vita </a:t>
                      </a:r>
                      <a:r>
                        <a:rPr lang="it-IT" sz="8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logistics</a:t>
                      </a:r>
                      <a:endParaRPr lang="it-IT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Elisabettagialli@isp.it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06/12/2015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18/07/2022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368694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Sole e Mare Resorts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900" kern="12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800"/>
                        <a:t>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19/05/2014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03/02/2021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797361"/>
                  </a:ext>
                </a:extLst>
              </a:tr>
              <a:tr h="373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Dolce Melodia Music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  <a:p>
                      <a:pPr marL="0" algn="ctr" defTabSz="914400" rtl="0" eaLnBrk="1" latinLnBrk="0" hangingPunct="1"/>
                      <a:endParaRPr lang="it-IT" sz="7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Monitoraggio 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02/11/2016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7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25/06/2023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Termina Pratica di Monitoraggio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854826"/>
                  </a:ext>
                </a:extLst>
              </a:tr>
            </a:tbl>
          </a:graphicData>
        </a:graphic>
      </p:graphicFrame>
      <p:sp>
        <p:nvSpPr>
          <p:cNvPr id="79" name="Rectangle 78">
            <a:extLst>
              <a:ext uri="{FF2B5EF4-FFF2-40B4-BE49-F238E27FC236}">
                <a16:creationId xmlns:a16="http://schemas.microsoft.com/office/drawing/2014/main" id="{F44E676C-6340-E621-A36F-0C45CC838A50}"/>
              </a:ext>
            </a:extLst>
          </p:cNvPr>
          <p:cNvSpPr/>
          <p:nvPr/>
        </p:nvSpPr>
        <p:spPr>
          <a:xfrm>
            <a:off x="1492871" y="1541867"/>
            <a:ext cx="2174254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Tabella Pratiche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2894D-91AB-00C8-FD65-9A20D9C191CC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2F71F4-CF25-3DDD-9879-880E1DCF5660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b="1">
                <a:solidFill>
                  <a:schemeClr val="bg1"/>
                </a:solidFill>
              </a:rPr>
              <a:t>Piattaforma Banca Agente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04DB013B-D6E5-E2B4-FAC9-05660E71B79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FEF2FD-DDFF-7398-ED40-264D288BEA7A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0AAEC8-C74F-521D-9798-ECB21DBA47B5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BFB5E8-6552-4019-B7D6-25B57AF55980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41419A-6520-E465-EDA8-6A8866EF3902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Graphic 34" descr="Ringer outline">
            <a:extLst>
              <a:ext uri="{FF2B5EF4-FFF2-40B4-BE49-F238E27FC236}">
                <a16:creationId xmlns:a16="http://schemas.microsoft.com/office/drawing/2014/main" id="{F067B852-967F-DF7E-1347-5A4F2693307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9" name="Graphic 38" descr="Question Mark with solid fill">
            <a:extLst>
              <a:ext uri="{FF2B5EF4-FFF2-40B4-BE49-F238E27FC236}">
                <a16:creationId xmlns:a16="http://schemas.microsoft.com/office/drawing/2014/main" id="{7DF07231-B402-EB9D-011F-2978DA2CF23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64C0FB-7FEB-0F76-7DE9-BE6194D93C3D}"/>
              </a:ext>
            </a:extLst>
          </p:cNvPr>
          <p:cNvSpPr/>
          <p:nvPr/>
        </p:nvSpPr>
        <p:spPr>
          <a:xfrm>
            <a:off x="11095869" y="1514131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Scarica Report Pratiche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266E67-B785-9927-A49E-4CFA40378245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37C06-050B-19B8-19F9-8601CB81BFDA}"/>
              </a:ext>
            </a:extLst>
          </p:cNvPr>
          <p:cNvSpPr txBox="1"/>
          <p:nvPr/>
        </p:nvSpPr>
        <p:spPr>
          <a:xfrm>
            <a:off x="6096000" y="6110928"/>
            <a:ext cx="67733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">
                <a:solidFill>
                  <a:schemeClr val="tx2"/>
                </a:solidFill>
              </a:rPr>
              <a:t>&lt;&lt; Pagina 1&gt;&gt;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62BF1ED-BD2E-DD90-C592-770A25EB4BDD}"/>
              </a:ext>
            </a:extLst>
          </p:cNvPr>
          <p:cNvSpPr/>
          <p:nvPr/>
        </p:nvSpPr>
        <p:spPr>
          <a:xfrm rot="10800000">
            <a:off x="11537343" y="799301"/>
            <a:ext cx="121920" cy="168429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30A9736-A8C1-CE44-D13B-A03767641C6B}"/>
              </a:ext>
            </a:extLst>
          </p:cNvPr>
          <p:cNvSpPr/>
          <p:nvPr/>
        </p:nvSpPr>
        <p:spPr>
          <a:xfrm rot="1011258">
            <a:off x="1243607" y="2796329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C7D7A5-8AEE-FA5F-72E2-F1C87FB74572}"/>
              </a:ext>
            </a:extLst>
          </p:cNvPr>
          <p:cNvSpPr/>
          <p:nvPr/>
        </p:nvSpPr>
        <p:spPr>
          <a:xfrm>
            <a:off x="4849244" y="109592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Nome Deal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9E5E08-E878-1E02-A545-04AA9EC08361}"/>
              </a:ext>
            </a:extLst>
          </p:cNvPr>
          <p:cNvSpPr/>
          <p:nvPr/>
        </p:nvSpPr>
        <p:spPr>
          <a:xfrm>
            <a:off x="4849244" y="130926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Nome Deal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96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83D3-EEBD-751F-839C-93E3C288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329365-A9B3-7EE3-91B4-E235CE78E010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B23BCE-9301-9060-B167-47409B9DD7BC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324731-4475-4DAE-4CD8-7B4C05BD2D74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F21A9D-AB38-6E95-EFF2-3812B63C57DA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294F302-EAA1-5A96-96A9-71A595887772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AD9F86-BB00-CFAB-A10C-EECBCD3DFEF4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CDA7138-69F9-969F-9CB0-B760E47CA91A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42FF368-0278-8EBD-A5CC-2DB30B6933F6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3A2584A-8957-C35A-264D-0615D45DC37C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656807BB-696E-BA59-1821-8CCBDF29DCB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8B2A5D60-85CD-37BD-94C8-ABE4879B138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876B64A-B5DA-A2BA-D357-81C1C1F3C178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A54BFC-FF99-D8C1-DF28-A264926DBBDB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C4ACCB8-E32D-D873-F70A-00D4976B8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408C35-4A33-0624-2E9A-0C0EA75BF243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D94AE7-25DF-82B0-322F-88C044ABFF21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A9D73D-8031-BDC1-8351-5AC08EF8519E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E3D342-9225-82F3-4DDF-8E28C9FFBA0F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D1734A-CD19-5BEB-4D02-1482895199F1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6A193DB-13B0-2B41-44CE-AAB6DECCEBB2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8A5B43-5697-E565-7EAE-1213CACB8010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4BB6779-EA31-86D3-369B-601BC92A83E3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7931F6C1-C86D-2696-B0AE-7495BE694D3C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B50C86DE-D033-C438-3E2C-CD51ADC96625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803DEF1-F8FD-4109-3A01-38A13E91DBE3}"/>
              </a:ext>
            </a:extLst>
          </p:cNvPr>
          <p:cNvSpPr/>
          <p:nvPr/>
        </p:nvSpPr>
        <p:spPr>
          <a:xfrm>
            <a:off x="1440009" y="2147082"/>
            <a:ext cx="1655559" cy="942708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7A042049-699F-AC35-A7C4-52B33672CE32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80F1B9E-4FA4-6FCF-7CFD-786CFF1F32D5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C156237-F0E3-AE5F-DD7C-34A85B717C35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45C8CDA-425F-2FA6-AA73-A455C9100EA3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2" name="Rectangle: Top Corners Rounded 101">
            <a:extLst>
              <a:ext uri="{FF2B5EF4-FFF2-40B4-BE49-F238E27FC236}">
                <a16:creationId xmlns:a16="http://schemas.microsoft.com/office/drawing/2014/main" id="{EF9BF460-FB2F-DD58-20B8-CF1C367A61C7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18D1D9D-BAC4-DC74-DBF3-DD87EAFC4123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B1FE320-7D02-FF12-D852-1DFDC434144B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2DA00BD-AD04-3D54-3B87-A219380283FB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870628C-8DCB-8F51-944E-2B668BC6FA03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2C9723D-4512-F423-3DD3-05F272F39EE7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FC52E8D-6FB1-BAD7-A7E8-9E5605BE2A67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68A99BA-7277-B1AA-6688-318086DDF233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531983D-903B-39E2-72AA-51972ACFE36D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5B67098-F222-C812-7AA4-6D175D149464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BCE0A85-C6F4-BA32-FA60-44C84154D257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77F125-7F10-AB40-A683-D5B0B42316C9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285251E-C681-F756-9D68-1E37E57CC64D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45D1461-632A-E0C1-623C-1FFF3248E181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F39E0CF-BF2D-6472-3348-7B3D68BA1FF7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FBF68AE-6625-000F-97CB-8329C3A11E51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C5FC7EC5-E4B6-4B09-472A-C44604A046AF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42B66E-76AB-5763-3D9A-1B25073BD43C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67D6A96-4DC6-275A-6005-85740AD3CB61}"/>
              </a:ext>
            </a:extLst>
          </p:cNvPr>
          <p:cNvSpPr/>
          <p:nvPr/>
        </p:nvSpPr>
        <p:spPr>
          <a:xfrm>
            <a:off x="1440009" y="3335363"/>
            <a:ext cx="10111027" cy="98723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D50D747C-0CA5-EE1B-8789-CB7AC73F6D7E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31703D7-3A30-21D2-1CC6-881FFEA26649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26" name="Rectangle: Top Corners Rounded 125">
            <a:extLst>
              <a:ext uri="{FF2B5EF4-FFF2-40B4-BE49-F238E27FC236}">
                <a16:creationId xmlns:a16="http://schemas.microsoft.com/office/drawing/2014/main" id="{2CD64E0F-F48B-DEB4-2E2F-C4E04A09ACE6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46DE564-94DE-A172-9A85-678095813BB1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28" name="Rectangle: Top Corners Rounded 127">
            <a:extLst>
              <a:ext uri="{FF2B5EF4-FFF2-40B4-BE49-F238E27FC236}">
                <a16:creationId xmlns:a16="http://schemas.microsoft.com/office/drawing/2014/main" id="{B9762D87-0B60-1A2E-993D-32869268F9BA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AAF9AB0-B988-2630-6D30-1D17A03ACCA9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2E6E4F-6E5D-B256-7705-243436F2B3F0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2F510C-D5C8-CE39-9B42-76F9ABD7E060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24529A2-2D07-DA71-0850-1F4B73FE9BFF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A3B3DC-51D7-BFB1-E78B-33E887FE3A3B}"/>
              </a:ext>
            </a:extLst>
          </p:cNvPr>
          <p:cNvSpPr/>
          <p:nvPr/>
        </p:nvSpPr>
        <p:spPr>
          <a:xfrm>
            <a:off x="10092203" y="3400114"/>
            <a:ext cx="1090613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Vedi Tutti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D454C-69F0-169F-FF99-4ED4F440B163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91DCB-B606-FF0B-FD49-5F006C8283AF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70176F-1BC6-FEA6-9364-A405399A3CD4}"/>
              </a:ext>
            </a:extLst>
          </p:cNvPr>
          <p:cNvSpPr/>
          <p:nvPr/>
        </p:nvSpPr>
        <p:spPr>
          <a:xfrm>
            <a:off x="1504928" y="3634773"/>
            <a:ext cx="3316789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Data Ultimo Documento caricato </a:t>
            </a:r>
            <a:r>
              <a:rPr lang="it-IT" sz="800">
                <a:solidFill>
                  <a:schemeClr val="tx1"/>
                </a:solidFill>
              </a:rPr>
              <a:t>: 10/03/2025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1F6D63A-282A-824E-D55B-38A6C8D47F7D}"/>
              </a:ext>
            </a:extLst>
          </p:cNvPr>
          <p:cNvSpPr>
            <a:spLocks/>
          </p:cNvSpPr>
          <p:nvPr/>
        </p:nvSpPr>
        <p:spPr>
          <a:xfrm>
            <a:off x="1512692" y="3857368"/>
            <a:ext cx="10035080" cy="4516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Trascina qui il tuo file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15722DA-5BAF-007A-D7BE-F414E672874C}"/>
              </a:ext>
            </a:extLst>
          </p:cNvPr>
          <p:cNvSpPr/>
          <p:nvPr/>
        </p:nvSpPr>
        <p:spPr>
          <a:xfrm>
            <a:off x="6044587" y="4103018"/>
            <a:ext cx="1090613" cy="176691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/>
              <a:t>Scegli File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8E4F1E5-452E-EA46-DA8B-E51D3BB46389}"/>
              </a:ext>
            </a:extLst>
          </p:cNvPr>
          <p:cNvSpPr/>
          <p:nvPr/>
        </p:nvSpPr>
        <p:spPr>
          <a:xfrm rot="1011258">
            <a:off x="5321454" y="403013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36EEB57-701C-57CA-DC8E-47EE543E6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57151"/>
              </p:ext>
            </p:extLst>
          </p:nvPr>
        </p:nvGraphicFramePr>
        <p:xfrm>
          <a:off x="1366433" y="4882727"/>
          <a:ext cx="10184604" cy="914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8717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90975172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3682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3682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M2C1E1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ADF98ACE-D20D-CC8C-CA3D-DB0FF510BD4C}"/>
              </a:ext>
            </a:extLst>
          </p:cNvPr>
          <p:cNvSpPr/>
          <p:nvPr/>
        </p:nvSpPr>
        <p:spPr>
          <a:xfrm>
            <a:off x="1440009" y="4645537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1A8D9A-1865-274C-E43F-A67A312A453B}"/>
              </a:ext>
            </a:extLst>
          </p:cNvPr>
          <p:cNvSpPr/>
          <p:nvPr/>
        </p:nvSpPr>
        <p:spPr>
          <a:xfrm>
            <a:off x="1440009" y="5755369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C09A2A4-40C8-6E93-284F-BCC5B36CF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84292"/>
              </p:ext>
            </p:extLst>
          </p:nvPr>
        </p:nvGraphicFramePr>
        <p:xfrm>
          <a:off x="1432121" y="5970048"/>
          <a:ext cx="10118928" cy="914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3244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792829569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33392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3339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M2C2E2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7CB49C5-1BBF-3BA8-D99E-50424A6847D7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CDD8C7-1C97-5D67-FAE8-BBFD2EE69E15}"/>
              </a:ext>
            </a:extLst>
          </p:cNvPr>
          <p:cNvSpPr/>
          <p:nvPr/>
        </p:nvSpPr>
        <p:spPr>
          <a:xfrm>
            <a:off x="6168499" y="2122184"/>
            <a:ext cx="5379273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FEEB4C3-5F6F-DAF0-9F2D-D1144A9F8BE0}"/>
              </a:ext>
            </a:extLst>
          </p:cNvPr>
          <p:cNvSpPr/>
          <p:nvPr/>
        </p:nvSpPr>
        <p:spPr>
          <a:xfrm>
            <a:off x="6166853" y="2125095"/>
            <a:ext cx="5379273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3BC22-8EEB-A716-F894-0EE239D1C428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3CE0C-2BA7-9017-0156-5A1642BDC27D}"/>
              </a:ext>
            </a:extLst>
          </p:cNvPr>
          <p:cNvSpPr>
            <a:spLocks/>
          </p:cNvSpPr>
          <p:nvPr/>
        </p:nvSpPr>
        <p:spPr>
          <a:xfrm>
            <a:off x="6210267" y="285167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5CF793-DCD5-5909-411A-BAF28012A6E1}"/>
              </a:ext>
            </a:extLst>
          </p:cNvPr>
          <p:cNvSpPr>
            <a:spLocks/>
          </p:cNvSpPr>
          <p:nvPr/>
        </p:nvSpPr>
        <p:spPr>
          <a:xfrm>
            <a:off x="7376049" y="285167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attesa Documentazione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76166C-0EC9-7076-A7A9-6F302E2EEE48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DA25369-4CBF-DCFC-D7FF-CC5A4278C2D4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 CARICO A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5CB749-7B41-B836-7F77-E3422C07D5BD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Banca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773769CD-BEAE-2053-434B-1DEA7C1B21F7}"/>
              </a:ext>
            </a:extLst>
          </p:cNvPr>
          <p:cNvSpPr/>
          <p:nvPr/>
        </p:nvSpPr>
        <p:spPr>
          <a:xfrm>
            <a:off x="7048113" y="3387658"/>
            <a:ext cx="1368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C25F890-C538-60C3-9779-793AC13EFDDC}"/>
              </a:ext>
            </a:extLst>
          </p:cNvPr>
          <p:cNvSpPr>
            <a:spLocks/>
          </p:cNvSpPr>
          <p:nvPr/>
        </p:nvSpPr>
        <p:spPr>
          <a:xfrm>
            <a:off x="6235727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E0816F-4E75-116F-4ECF-A3C79897A6ED}"/>
              </a:ext>
            </a:extLst>
          </p:cNvPr>
          <p:cNvSpPr>
            <a:spLocks/>
          </p:cNvSpPr>
          <p:nvPr/>
        </p:nvSpPr>
        <p:spPr>
          <a:xfrm>
            <a:off x="7105728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29F40A2-FC05-2E5E-BC5C-5B0984394245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9EF478A-124F-A069-9196-5FC68857F48B}"/>
              </a:ext>
            </a:extLst>
          </p:cNvPr>
          <p:cNvSpPr/>
          <p:nvPr/>
        </p:nvSpPr>
        <p:spPr>
          <a:xfrm>
            <a:off x="8325768" y="3396025"/>
            <a:ext cx="1545926" cy="1766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in Lavorazione: </a:t>
            </a:r>
            <a:r>
              <a:rPr lang="it-IT" sz="900" b="1">
                <a:solidFill>
                  <a:schemeClr val="tx1"/>
                </a:solidFill>
              </a:rPr>
              <a:t>0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8606652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F9AB-744C-1038-BF67-52B5428E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8B6481-A346-1F90-DDB0-9BCD8961F5EF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8A2A05-08C6-1BF3-099D-DB2261BA006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BA7FEE-0ECC-2587-EC77-0FE2B5E8717E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965F4C-D558-D4DE-8213-6352A442D1A3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0823AA33-A83D-B646-DEEE-A4DDAE388463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0AC583-17E9-5C3D-13EB-F2FD1C23B022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640DF18-3347-58CE-38B7-2814962A1B74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4F2D1B-78EE-3BFD-201C-B5E057BB2781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96A070-1E30-7FE7-4A70-BC606FFCEB21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45B8A758-C9CB-C714-0958-2F6B9F60EA8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5DAAF3E6-3D57-33F9-7D21-C54DDE30ED2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FE7AFBA-454E-3B2A-E2E0-E8512C0E551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842088-0661-6A00-992A-183A6CEF6742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0ADF81C-AD9A-83D8-9F57-9F83322D5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5F0800-BF9C-287C-F459-DEBDFB7639CD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1E947-019F-E96E-6E5D-3F7DB2DADDEF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913599-517C-A027-63E2-95ADFEA5EF52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C91A96-9C6F-ECF0-2862-4ADA9FC50BCF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DA90098-72AE-38A5-A95B-C11DC1982213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4117453-A6F6-789F-E539-4BCB9C2516B7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B7279998-427E-B3B0-47F1-8BCE00AAF421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23FFC90E-5D39-EFF2-F83E-B12A4515F018}"/>
              </a:ext>
            </a:extLst>
          </p:cNvPr>
          <p:cNvSpPr/>
          <p:nvPr/>
        </p:nvSpPr>
        <p:spPr>
          <a:xfrm>
            <a:off x="1440009" y="2147082"/>
            <a:ext cx="1655559" cy="942708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A37F88CC-7599-4BDA-0131-EC5835FF124A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2474540-FFA7-878E-E6DE-D79CA96D260A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D66B947-8261-E17A-2644-2B5C4FD4B2C0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BEB051EB-F55E-6B0B-1559-2D10FDA3C3A9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2" name="Rectangle: Top Corners Rounded 101">
            <a:extLst>
              <a:ext uri="{FF2B5EF4-FFF2-40B4-BE49-F238E27FC236}">
                <a16:creationId xmlns:a16="http://schemas.microsoft.com/office/drawing/2014/main" id="{1E15E93D-DD50-9657-B5E8-1622C2A70F72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C0E71FC-5CD3-9C49-3D8D-DA73C360AC05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3BB66B4-F94E-AFBD-AF48-EF8E566519DD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7499396-F79D-B5E8-8893-D66A830399E7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E89562F-046E-E101-AD08-CCD47993499B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52A91CA-437E-A3D3-7043-F78C1048665B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4E9CEBB-6AB2-46A6-2A11-0EA702E079BE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364F554-4C38-6179-6A2A-7AB9F876FFF7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8E7EB50-0CF1-BB6A-BE85-90C965A19D90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F441B17-2F37-B312-0242-50A567499BAB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8D75DF-7E95-E714-9AF6-77C25EC386D9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AC0A267-5320-0E57-6758-29DC2F1A4BD3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205EA73-1C27-F10E-DC9F-2E2250715D37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4D4837C-0522-382E-C4A2-E7975C242944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5C53993-A11B-65CF-33B6-E66B712F98AA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E48D287-F47E-C57C-EBAA-81C6F95A89BB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E6D8396E-B21C-0DA1-C34F-58005004DE63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E441B3-386F-A1E8-6CB2-2937A6F9C0D7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342B4A6-CF32-6BB2-149D-0A77BA5DBA5E}"/>
              </a:ext>
            </a:extLst>
          </p:cNvPr>
          <p:cNvSpPr/>
          <p:nvPr/>
        </p:nvSpPr>
        <p:spPr>
          <a:xfrm>
            <a:off x="1440009" y="3335363"/>
            <a:ext cx="10111027" cy="98723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B819E5D8-EA9F-F33A-A502-2E910B626547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E8D17A-2124-CC26-A56B-9B3A5782AD80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26" name="Rectangle: Top Corners Rounded 125">
            <a:extLst>
              <a:ext uri="{FF2B5EF4-FFF2-40B4-BE49-F238E27FC236}">
                <a16:creationId xmlns:a16="http://schemas.microsoft.com/office/drawing/2014/main" id="{A245376F-7041-B7DE-8E67-63A5AFCCA5ED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0EC19F1-FD42-8FA4-0D52-B419CE392857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28" name="Rectangle: Top Corners Rounded 127">
            <a:extLst>
              <a:ext uri="{FF2B5EF4-FFF2-40B4-BE49-F238E27FC236}">
                <a16:creationId xmlns:a16="http://schemas.microsoft.com/office/drawing/2014/main" id="{02BCB61B-2729-466F-18F1-C4FCC9B5EAE0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96C7D67-D9F4-727E-69AB-78845F83EA08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774301E-D1F0-C54C-6E39-248F058E41B4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329DABA-1D27-FD4C-F254-BE6B191AEE6F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789CB11-5462-3B86-F32A-80784E6C7A5C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0A1EC8-62A2-E2B5-8849-12892859035F}"/>
              </a:ext>
            </a:extLst>
          </p:cNvPr>
          <p:cNvSpPr/>
          <p:nvPr/>
        </p:nvSpPr>
        <p:spPr>
          <a:xfrm>
            <a:off x="10092203" y="3400114"/>
            <a:ext cx="1090613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Vedi Tutti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5BB6DD-44D7-E4B9-E31A-F5FD205BEAE4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03AD0-20F5-6AA2-D574-73E6E89395F7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188EC9-72FB-EC51-25A8-407F9E7C2025}"/>
              </a:ext>
            </a:extLst>
          </p:cNvPr>
          <p:cNvSpPr/>
          <p:nvPr/>
        </p:nvSpPr>
        <p:spPr>
          <a:xfrm>
            <a:off x="1504928" y="3634773"/>
            <a:ext cx="3316789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Data Ultimo Documento caricato </a:t>
            </a:r>
            <a:r>
              <a:rPr lang="it-IT" sz="800">
                <a:solidFill>
                  <a:schemeClr val="tx1"/>
                </a:solidFill>
              </a:rPr>
              <a:t>: 16/03/2025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20257888-C2E0-C6EB-5E41-71904EBC1F8D}"/>
              </a:ext>
            </a:extLst>
          </p:cNvPr>
          <p:cNvSpPr>
            <a:spLocks/>
          </p:cNvSpPr>
          <p:nvPr/>
        </p:nvSpPr>
        <p:spPr>
          <a:xfrm>
            <a:off x="1512692" y="3857368"/>
            <a:ext cx="10035080" cy="4516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Trascina qui il tuo file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16CDFE8-1412-B060-309F-1B5D7DDDAD19}"/>
              </a:ext>
            </a:extLst>
          </p:cNvPr>
          <p:cNvSpPr/>
          <p:nvPr/>
        </p:nvSpPr>
        <p:spPr>
          <a:xfrm>
            <a:off x="6044587" y="4103018"/>
            <a:ext cx="1090613" cy="176691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/>
              <a:t>Scegli File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449C0BD-1A8C-F897-0031-EA1E317CA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76377"/>
              </p:ext>
            </p:extLst>
          </p:nvPr>
        </p:nvGraphicFramePr>
        <p:xfrm>
          <a:off x="1366433" y="4545843"/>
          <a:ext cx="10184603" cy="1082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3431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2467994120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1748243143"/>
                    </a:ext>
                  </a:extLst>
                </a:gridCol>
                <a:gridCol w="783431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42640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70303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M2C1E1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3CD3E7F8-9932-C12B-0449-8301573AB9D8}"/>
              </a:ext>
            </a:extLst>
          </p:cNvPr>
          <p:cNvSpPr/>
          <p:nvPr/>
        </p:nvSpPr>
        <p:spPr>
          <a:xfrm>
            <a:off x="1440009" y="4308653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46B17B-399D-A20B-35B7-7EBA26C171CD}"/>
              </a:ext>
            </a:extLst>
          </p:cNvPr>
          <p:cNvSpPr/>
          <p:nvPr/>
        </p:nvSpPr>
        <p:spPr>
          <a:xfrm>
            <a:off x="1440009" y="5755369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78DD5AF9-4179-EBF3-6EB6-88B6249D1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58043"/>
              </p:ext>
            </p:extLst>
          </p:nvPr>
        </p:nvGraphicFramePr>
        <p:xfrm>
          <a:off x="1432121" y="5970048"/>
          <a:ext cx="10118927" cy="1082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8379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2428008092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4201820663"/>
                    </a:ext>
                  </a:extLst>
                </a:gridCol>
                <a:gridCol w="778379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28331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28512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M2C1E1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C81822-3402-3C0D-B3AA-07FF892021BD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4F1CC5-6269-153C-38C1-EC183D767087}"/>
              </a:ext>
            </a:extLst>
          </p:cNvPr>
          <p:cNvSpPr/>
          <p:nvPr/>
        </p:nvSpPr>
        <p:spPr>
          <a:xfrm>
            <a:off x="6177124" y="2122184"/>
            <a:ext cx="5370648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E7C8D5D-511A-C968-B278-A89A801C9322}"/>
              </a:ext>
            </a:extLst>
          </p:cNvPr>
          <p:cNvSpPr/>
          <p:nvPr/>
        </p:nvSpPr>
        <p:spPr>
          <a:xfrm>
            <a:off x="6175478" y="2125095"/>
            <a:ext cx="5370648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55B52F-8428-0344-7FA2-0CE0F31F8528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590547-A84E-C539-B1C7-A455F47CBB2F}"/>
              </a:ext>
            </a:extLst>
          </p:cNvPr>
          <p:cNvSpPr>
            <a:spLocks/>
          </p:cNvSpPr>
          <p:nvPr/>
        </p:nvSpPr>
        <p:spPr>
          <a:xfrm>
            <a:off x="6233267" y="2829480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DB5C6B-2F88-6A96-54BA-054908F56025}"/>
              </a:ext>
            </a:extLst>
          </p:cNvPr>
          <p:cNvSpPr>
            <a:spLocks/>
          </p:cNvSpPr>
          <p:nvPr/>
        </p:nvSpPr>
        <p:spPr>
          <a:xfrm>
            <a:off x="7399049" y="2829480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attesa di Conferma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F15720-5DF2-25D8-55E4-C7391B466DED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89F4B31-E4AE-2706-C22A-BAC4F1E48164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INCARICO A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9178019-7E74-2F4C-D885-2190F462AFC0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Deloitte</a:t>
              </a: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706C8042-8AFD-78A8-FC44-7FB2698F8318}"/>
              </a:ext>
            </a:extLst>
          </p:cNvPr>
          <p:cNvSpPr>
            <a:spLocks/>
          </p:cNvSpPr>
          <p:nvPr/>
        </p:nvSpPr>
        <p:spPr>
          <a:xfrm>
            <a:off x="6216477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82F2C9-DB8B-7896-B2D4-26C2E79AE8FA}"/>
              </a:ext>
            </a:extLst>
          </p:cNvPr>
          <p:cNvSpPr>
            <a:spLocks/>
          </p:cNvSpPr>
          <p:nvPr/>
        </p:nvSpPr>
        <p:spPr>
          <a:xfrm>
            <a:off x="7086478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785070-0B87-0473-C33C-2719A7A145FC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6C53DC1-75B5-B796-DC4B-7F284776D95C}"/>
              </a:ext>
            </a:extLst>
          </p:cNvPr>
          <p:cNvSpPr/>
          <p:nvPr/>
        </p:nvSpPr>
        <p:spPr>
          <a:xfrm rot="1011258">
            <a:off x="9511371" y="3202808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4EB77D-E107-7A58-F644-5AA54CDBAC8C}"/>
              </a:ext>
            </a:extLst>
          </p:cNvPr>
          <p:cNvSpPr/>
          <p:nvPr/>
        </p:nvSpPr>
        <p:spPr>
          <a:xfrm>
            <a:off x="6925328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A258146-0084-A43A-D447-8E2852B4E2CC}"/>
              </a:ext>
            </a:extLst>
          </p:cNvPr>
          <p:cNvSpPr/>
          <p:nvPr/>
        </p:nvSpPr>
        <p:spPr>
          <a:xfrm>
            <a:off x="8293328" y="3379156"/>
            <a:ext cx="1515813" cy="181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in Lavorazione: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40F2DFC-07FB-7341-5DCB-5BDBF3F7F772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C4F0581-076D-A6ED-7ED5-E2332D3A761C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3AE80D9-EB99-AF5C-2259-C8E187848E8B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1811567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A826-D314-CFA2-63C2-D0954675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846CB2-5BFC-871E-B55F-EBCC76404D9D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98DB1B-28E9-F69E-E856-8E3E687F04F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729E1D-AF99-C527-B1CF-8181E2B5DAC6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D2BCEA-0047-537A-41D4-2F904BDB838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6005DEFC-B019-167E-7AB0-9970F3D552DD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F4AFA7A-3363-6063-D54C-3B75577F904C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33A3123-DBE1-FDB4-956E-9DDB49EADAF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E90A54-B6CA-BEC6-5555-FB6F88CE867C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8380155-71DB-5FAB-AA11-07F5F6264629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1B7FE300-85EF-39FA-22B1-4266A60EB60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39617B97-F5E1-6FB5-F748-7AF801294F2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7311EEA-E824-1C13-5DDF-7C1E48F508F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2B2D2C-8FA4-A391-DD90-D950F2D5EF15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A8C40CC-7F31-F23F-1190-B8918C8E5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26FB04-AB3C-549B-E016-060AE17B534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D51ED-204B-A906-B1A6-ADC2926BC1AD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F3575-5BB6-9AD9-D789-090D1B200A37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F7691B-AAB5-12A2-E364-B9AC1EA77983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 | Pratica 002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8BBC4BC-AC4E-C00A-8755-F9522AA4E95F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6A8022BE-5BEC-E80E-BFC9-E883EEB8255F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A8617F6-5394-59EF-B0CF-0B5C40F687F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5F1B7585-4A10-9419-CA9D-17ECD833D4A2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AB7DC8D-DF62-B7E7-F686-CBEDCCBC2B2A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B9899AD-559F-FCBC-1B94-BDD38B3E30E7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D9596-66BD-F1EA-BC88-EDE65F236078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76904-F342-2AFF-6462-146B04DEAFE2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F6E021-E80C-F3A7-DE83-6AA61782925B}"/>
              </a:ext>
            </a:extLst>
          </p:cNvPr>
          <p:cNvSpPr/>
          <p:nvPr/>
        </p:nvSpPr>
        <p:spPr>
          <a:xfrm>
            <a:off x="1545709" y="222555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723D33-2F92-6724-0AD8-6D84355BBE68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FA50CB8-02D2-B18F-F1ED-8D8F80ADB8BB}"/>
              </a:ext>
            </a:extLst>
          </p:cNvPr>
          <p:cNvSpPr/>
          <p:nvPr/>
        </p:nvSpPr>
        <p:spPr>
          <a:xfrm>
            <a:off x="1556004" y="2467051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5</a:t>
            </a:r>
          </a:p>
        </p:txBody>
      </p:sp>
      <p:pic>
        <p:nvPicPr>
          <p:cNvPr id="55" name="Graphic 54" descr="Comment Add outline">
            <a:extLst>
              <a:ext uri="{FF2B5EF4-FFF2-40B4-BE49-F238E27FC236}">
                <a16:creationId xmlns:a16="http://schemas.microsoft.com/office/drawing/2014/main" id="{79C65D6F-6ADB-A5E5-6E2B-64FCE1445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554586"/>
            <a:ext cx="165600" cy="16560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D206643-FC32-22C2-B718-BA8709E1AB46}"/>
              </a:ext>
            </a:extLst>
          </p:cNvPr>
          <p:cNvSpPr/>
          <p:nvPr/>
        </p:nvSpPr>
        <p:spPr>
          <a:xfrm>
            <a:off x="6665300" y="2554586"/>
            <a:ext cx="854697" cy="165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In attesa di Conferma</a:t>
            </a:r>
          </a:p>
        </p:txBody>
      </p:sp>
      <p:pic>
        <p:nvPicPr>
          <p:cNvPr id="59" name="Graphic 58" descr="Download outline">
            <a:extLst>
              <a:ext uri="{FF2B5EF4-FFF2-40B4-BE49-F238E27FC236}">
                <a16:creationId xmlns:a16="http://schemas.microsoft.com/office/drawing/2014/main" id="{25EC7715-6ABC-DF6C-56E8-EB1FE6B9C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554586"/>
            <a:ext cx="165600" cy="1656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80B765B-AB7D-1895-06A5-AD25A2B5261F}"/>
              </a:ext>
            </a:extLst>
          </p:cNvPr>
          <p:cNvSpPr/>
          <p:nvPr/>
        </p:nvSpPr>
        <p:spPr>
          <a:xfrm>
            <a:off x="2969720" y="2522152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A89462-B45A-93C8-95AF-1B3B1EA7C3BE}"/>
              </a:ext>
            </a:extLst>
          </p:cNvPr>
          <p:cNvSpPr/>
          <p:nvPr/>
        </p:nvSpPr>
        <p:spPr>
          <a:xfrm>
            <a:off x="1545709" y="3258663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4</a:t>
            </a:r>
          </a:p>
        </p:txBody>
      </p:sp>
      <p:pic>
        <p:nvPicPr>
          <p:cNvPr id="49" name="Graphic 48" descr="Comment Add outline">
            <a:extLst>
              <a:ext uri="{FF2B5EF4-FFF2-40B4-BE49-F238E27FC236}">
                <a16:creationId xmlns:a16="http://schemas.microsoft.com/office/drawing/2014/main" id="{6ECA6A86-D9A5-7487-5623-2B3AEB368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2922" y="3346198"/>
            <a:ext cx="165600" cy="165600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F049A6D-6A8D-32E0-B033-E0D7D7C18143}"/>
              </a:ext>
            </a:extLst>
          </p:cNvPr>
          <p:cNvSpPr/>
          <p:nvPr/>
        </p:nvSpPr>
        <p:spPr>
          <a:xfrm>
            <a:off x="6729173" y="3346198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54" name="Graphic 53" descr="Download outline">
            <a:extLst>
              <a:ext uri="{FF2B5EF4-FFF2-40B4-BE49-F238E27FC236}">
                <a16:creationId xmlns:a16="http://schemas.microsoft.com/office/drawing/2014/main" id="{789D7CD2-00E6-4F08-2C0F-4ABE1729E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3914" y="3346198"/>
            <a:ext cx="165600" cy="1656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A013391-8D6F-C532-C78C-D3DE79E9FD6B}"/>
              </a:ext>
            </a:extLst>
          </p:cNvPr>
          <p:cNvSpPr/>
          <p:nvPr/>
        </p:nvSpPr>
        <p:spPr>
          <a:xfrm>
            <a:off x="2959425" y="3313764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8F1E2A9-6041-A71A-3346-EF1F70BB2B8D}"/>
              </a:ext>
            </a:extLst>
          </p:cNvPr>
          <p:cNvSpPr/>
          <p:nvPr/>
        </p:nvSpPr>
        <p:spPr>
          <a:xfrm>
            <a:off x="1545709" y="369999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3</a:t>
            </a:r>
          </a:p>
        </p:txBody>
      </p:sp>
      <p:pic>
        <p:nvPicPr>
          <p:cNvPr id="64" name="Graphic 63" descr="Comment Add outline">
            <a:extLst>
              <a:ext uri="{FF2B5EF4-FFF2-40B4-BE49-F238E27FC236}">
                <a16:creationId xmlns:a16="http://schemas.microsoft.com/office/drawing/2014/main" id="{F88DFD6D-A4C7-49D3-05B5-DBF671DD8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2922" y="3787525"/>
            <a:ext cx="165600" cy="165600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BA2BEBC-24FF-A4FD-413D-85C6D3A2C8FC}"/>
              </a:ext>
            </a:extLst>
          </p:cNvPr>
          <p:cNvSpPr/>
          <p:nvPr/>
        </p:nvSpPr>
        <p:spPr>
          <a:xfrm>
            <a:off x="6729173" y="3787525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66" name="Graphic 65" descr="Download outline">
            <a:extLst>
              <a:ext uri="{FF2B5EF4-FFF2-40B4-BE49-F238E27FC236}">
                <a16:creationId xmlns:a16="http://schemas.microsoft.com/office/drawing/2014/main" id="{C6DEC8DB-15D4-4C29-D56D-969655185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3914" y="3787525"/>
            <a:ext cx="165600" cy="165600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F57A9EC-69B6-4489-7F2F-DE8ACFAF92D1}"/>
              </a:ext>
            </a:extLst>
          </p:cNvPr>
          <p:cNvSpPr/>
          <p:nvPr/>
        </p:nvSpPr>
        <p:spPr>
          <a:xfrm>
            <a:off x="2959425" y="375509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21/03/2024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BCD8E4-72CC-2116-D742-AAD73732AC91}"/>
              </a:ext>
            </a:extLst>
          </p:cNvPr>
          <p:cNvSpPr/>
          <p:nvPr/>
        </p:nvSpPr>
        <p:spPr>
          <a:xfrm>
            <a:off x="1545709" y="4163971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2</a:t>
            </a:r>
          </a:p>
        </p:txBody>
      </p:sp>
      <p:pic>
        <p:nvPicPr>
          <p:cNvPr id="69" name="Graphic 68" descr="Comment Add outline">
            <a:extLst>
              <a:ext uri="{FF2B5EF4-FFF2-40B4-BE49-F238E27FC236}">
                <a16:creationId xmlns:a16="http://schemas.microsoft.com/office/drawing/2014/main" id="{BCD7F84F-BAF0-7518-DC5A-83880F7BA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2922" y="4251506"/>
            <a:ext cx="165600" cy="165600"/>
          </a:xfrm>
          <a:prstGeom prst="rect">
            <a:avLst/>
          </a:prstGeom>
        </p:spPr>
      </p:pic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0D20609-41BE-D7AF-69EC-E7E79EE7C2D3}"/>
              </a:ext>
            </a:extLst>
          </p:cNvPr>
          <p:cNvSpPr/>
          <p:nvPr/>
        </p:nvSpPr>
        <p:spPr>
          <a:xfrm>
            <a:off x="6729173" y="4251506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74" name="Graphic 73" descr="Download outline">
            <a:extLst>
              <a:ext uri="{FF2B5EF4-FFF2-40B4-BE49-F238E27FC236}">
                <a16:creationId xmlns:a16="http://schemas.microsoft.com/office/drawing/2014/main" id="{1CCE532F-D619-727F-1F5D-2394AF32B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3914" y="4251506"/>
            <a:ext cx="165600" cy="16560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3F182DE-3A61-E5FD-EF55-AE03E280678E}"/>
              </a:ext>
            </a:extLst>
          </p:cNvPr>
          <p:cNvSpPr/>
          <p:nvPr/>
        </p:nvSpPr>
        <p:spPr>
          <a:xfrm>
            <a:off x="2959425" y="4219072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21/03/2023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45C633-70CC-521B-EA4A-CDF7C5A468E0}"/>
              </a:ext>
            </a:extLst>
          </p:cNvPr>
          <p:cNvSpPr/>
          <p:nvPr/>
        </p:nvSpPr>
        <p:spPr>
          <a:xfrm>
            <a:off x="1545709" y="4634008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1</a:t>
            </a:r>
          </a:p>
        </p:txBody>
      </p:sp>
      <p:pic>
        <p:nvPicPr>
          <p:cNvPr id="77" name="Graphic 76" descr="Comment Add outline">
            <a:extLst>
              <a:ext uri="{FF2B5EF4-FFF2-40B4-BE49-F238E27FC236}">
                <a16:creationId xmlns:a16="http://schemas.microsoft.com/office/drawing/2014/main" id="{DCEE0CF1-D385-A978-9108-2BCCD6CC6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2922" y="4721543"/>
            <a:ext cx="165600" cy="165600"/>
          </a:xfrm>
          <a:prstGeom prst="rect">
            <a:avLst/>
          </a:prstGeom>
        </p:spPr>
      </p:pic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B8EE874-2A49-710D-2F68-228D3F591F0A}"/>
              </a:ext>
            </a:extLst>
          </p:cNvPr>
          <p:cNvSpPr/>
          <p:nvPr/>
        </p:nvSpPr>
        <p:spPr>
          <a:xfrm>
            <a:off x="6729173" y="4721543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79" name="Graphic 78" descr="Download outline">
            <a:extLst>
              <a:ext uri="{FF2B5EF4-FFF2-40B4-BE49-F238E27FC236}">
                <a16:creationId xmlns:a16="http://schemas.microsoft.com/office/drawing/2014/main" id="{20B785B3-85E8-9559-E573-8C80E1708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3914" y="4721543"/>
            <a:ext cx="165600" cy="165600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4947173-CE59-48E1-050D-30C908E86EC5}"/>
              </a:ext>
            </a:extLst>
          </p:cNvPr>
          <p:cNvSpPr/>
          <p:nvPr/>
        </p:nvSpPr>
        <p:spPr>
          <a:xfrm>
            <a:off x="2959425" y="4689109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21/03/2022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08091A-38BE-0948-5345-2E69043CDEF9}"/>
              </a:ext>
            </a:extLst>
          </p:cNvPr>
          <p:cNvSpPr/>
          <p:nvPr/>
        </p:nvSpPr>
        <p:spPr>
          <a:xfrm>
            <a:off x="5267495" y="2535067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34656B-370B-8007-F9E1-129F089819E0}"/>
              </a:ext>
            </a:extLst>
          </p:cNvPr>
          <p:cNvSpPr/>
          <p:nvPr/>
        </p:nvSpPr>
        <p:spPr>
          <a:xfrm>
            <a:off x="1545709" y="3020694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>
                <a:solidFill>
                  <a:schemeClr val="tx1"/>
                </a:solidFill>
              </a:rPr>
              <a:t>Documenti Lavorati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B1AD32-494B-F260-75E7-1CD8BD07FF82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A95884-31C2-54C1-41E2-9FB3513F314F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17378F-D02A-9574-963E-CD8E04214095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415D38-CC14-FE83-4345-08C17D45E0A6}"/>
              </a:ext>
            </a:extLst>
          </p:cNvPr>
          <p:cNvSpPr/>
          <p:nvPr/>
        </p:nvSpPr>
        <p:spPr>
          <a:xfrm>
            <a:off x="8506180" y="3346198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D6CDC0A-3259-6E92-5C8A-1E395F21B601}"/>
              </a:ext>
            </a:extLst>
          </p:cNvPr>
          <p:cNvSpPr/>
          <p:nvPr/>
        </p:nvSpPr>
        <p:spPr>
          <a:xfrm>
            <a:off x="8506180" y="3787525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485F8AD-3CFD-F5EC-0B91-5403A15E869D}"/>
              </a:ext>
            </a:extLst>
          </p:cNvPr>
          <p:cNvSpPr/>
          <p:nvPr/>
        </p:nvSpPr>
        <p:spPr>
          <a:xfrm>
            <a:off x="8506180" y="4251506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4CE5C5-9749-EBA7-E678-5D1AFFF729C0}"/>
              </a:ext>
            </a:extLst>
          </p:cNvPr>
          <p:cNvSpPr/>
          <p:nvPr/>
        </p:nvSpPr>
        <p:spPr>
          <a:xfrm>
            <a:off x="8506180" y="4721543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233D439-7547-0FEA-00A1-0D7A8C06C55D}"/>
              </a:ext>
            </a:extLst>
          </p:cNvPr>
          <p:cNvSpPr/>
          <p:nvPr/>
        </p:nvSpPr>
        <p:spPr>
          <a:xfrm rot="1011258">
            <a:off x="8064112" y="474321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88100063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E2EE0-4558-EA7D-B65F-4ABC723CB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ACA1C0-A250-54AC-97B0-9D81EF056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1885A7-F397-477E-4DED-A2E13AF9ED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C36DECDA-5120-8C20-EA8F-134E7E289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43CE54-E1ED-C263-D755-9CEFB3DB4C1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3C6FB7-4D33-7A21-BC77-1BB65DD018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C72A57D-DF6C-D12F-1433-8F20F2A0AF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82A4F6-1342-4A2D-F54B-D05FD442D53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08F1F870-7E67-9FC5-EC79-47CBAF03A0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D982F0C2-011D-2B62-069C-6500CB162B9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A3320A0-4FA2-1ECD-21F1-3A0AFC3BE2F1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F1A37F-A225-43E8-C13B-E25EC7821BAB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206C8E-F237-AE52-A891-22ACD00F3D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FE324D9-4635-A2DA-95B9-9CBA6DB40B4E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D38CBDAB-CC29-70BF-DB96-B1AF5472E96C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906D5C-719D-555E-8448-196DE612B64F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110536-C06C-401F-BB4B-BF9737C61E92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7C791-1531-AA9F-9236-CFBD3E2E4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0F14AC4-F0D2-9F48-B178-AFC684A12EF5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83783E2-3190-414F-FCEB-160EF8F38516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3B749ED-B42B-5081-7EA6-BC2C68608878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9750B2D-B7DA-D5E7-49EE-601473018A3C}"/>
              </a:ext>
            </a:extLst>
          </p:cNvPr>
          <p:cNvSpPr/>
          <p:nvPr/>
        </p:nvSpPr>
        <p:spPr>
          <a:xfrm>
            <a:off x="8197904" y="894805"/>
            <a:ext cx="2268000" cy="904110"/>
          </a:xfrm>
          <a:prstGeom prst="wedgeRoundRectCallout">
            <a:avLst>
              <a:gd name="adj1" fmla="val -63026"/>
              <a:gd name="adj2" fmla="val 7444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/>
              <a:t>Tendina con le tipologie disponibili per quella pratica, assieme alla voce «annullai» se ho cliccato per sbaglio sull’aggiunta del covenant nella schermata prima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4F580B-1F57-2A33-CBEC-4C949ED5195D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C8B0EBC-AF02-AB62-E8BE-81779FA388A1}"/>
              </a:ext>
            </a:extLst>
          </p:cNvPr>
          <p:cNvSpPr/>
          <p:nvPr/>
        </p:nvSpPr>
        <p:spPr>
          <a:xfrm>
            <a:off x="5924208" y="1248716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Indietro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78D97D-003E-EAA5-4FDD-3927D57425CE}"/>
              </a:ext>
            </a:extLst>
          </p:cNvPr>
          <p:cNvSpPr/>
          <p:nvPr/>
        </p:nvSpPr>
        <p:spPr>
          <a:xfrm>
            <a:off x="5984190" y="3077284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M2C3 - </a:t>
            </a:r>
            <a:r>
              <a:rPr lang="it-IT" sz="800" err="1">
                <a:solidFill>
                  <a:schemeClr val="tx1"/>
                </a:solidFill>
              </a:rPr>
              <a:t>Gearing</a:t>
            </a:r>
            <a:r>
              <a:rPr lang="it-IT" sz="800">
                <a:solidFill>
                  <a:schemeClr val="tx1"/>
                </a:solidFill>
              </a:rPr>
              <a:t> Ratio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FEB7D-A296-E98B-9960-494AAD42F991}"/>
              </a:ext>
            </a:extLst>
          </p:cNvPr>
          <p:cNvSpPr txBox="1"/>
          <p:nvPr/>
        </p:nvSpPr>
        <p:spPr>
          <a:xfrm>
            <a:off x="5887101" y="2872363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#1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048524-5DE9-F4A6-8698-38292BD8F3C4}"/>
              </a:ext>
            </a:extLst>
          </p:cNvPr>
          <p:cNvSpPr txBox="1"/>
          <p:nvPr/>
        </p:nvSpPr>
        <p:spPr>
          <a:xfrm>
            <a:off x="5887101" y="2585130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2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A74F90-9A54-8E7B-274F-C1AA3A19D1F7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F74A64-7AAB-A746-6183-6BC4EEC5E76B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D1F65372-6B40-9FAB-FF3F-BEAF55EB4663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9D373C-4D04-C043-C4E2-398CD328E476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0CD751E-3687-1A1F-BF91-CAD59CC73C0A}"/>
              </a:ext>
            </a:extLst>
          </p:cNvPr>
          <p:cNvSpPr/>
          <p:nvPr/>
        </p:nvSpPr>
        <p:spPr>
          <a:xfrm>
            <a:off x="820719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FA231B-63DA-5564-657D-CDA8ECCEA2C6}"/>
              </a:ext>
            </a:extLst>
          </p:cNvPr>
          <p:cNvSpPr txBox="1"/>
          <p:nvPr/>
        </p:nvSpPr>
        <p:spPr>
          <a:xfrm>
            <a:off x="820901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5E4A88-15C7-1E59-5660-90F23A8CC321}"/>
              </a:ext>
            </a:extLst>
          </p:cNvPr>
          <p:cNvSpPr/>
          <p:nvPr/>
        </p:nvSpPr>
        <p:spPr>
          <a:xfrm>
            <a:off x="958046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C9CA66-B5AC-9078-C23E-453E020631E5}"/>
              </a:ext>
            </a:extLst>
          </p:cNvPr>
          <p:cNvSpPr txBox="1"/>
          <p:nvPr/>
        </p:nvSpPr>
        <p:spPr>
          <a:xfrm>
            <a:off x="967746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D037E79-32DC-3009-FE9F-CD439DA2DF09}"/>
              </a:ext>
            </a:extLst>
          </p:cNvPr>
          <p:cNvSpPr/>
          <p:nvPr/>
        </p:nvSpPr>
        <p:spPr>
          <a:xfrm>
            <a:off x="8207195" y="303627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590FC2-572E-CAE6-9773-64D161BDBC68}"/>
              </a:ext>
            </a:extLst>
          </p:cNvPr>
          <p:cNvSpPr txBox="1"/>
          <p:nvPr/>
        </p:nvSpPr>
        <p:spPr>
          <a:xfrm>
            <a:off x="8209010" y="283135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59EDF2B-685E-D55E-8632-2399400D03DF}"/>
              </a:ext>
            </a:extLst>
          </p:cNvPr>
          <p:cNvSpPr/>
          <p:nvPr/>
        </p:nvSpPr>
        <p:spPr>
          <a:xfrm>
            <a:off x="9580463" y="303627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10/06/2025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2F7588-B54C-95A2-D4B6-507806D4D0CF}"/>
              </a:ext>
            </a:extLst>
          </p:cNvPr>
          <p:cNvSpPr txBox="1"/>
          <p:nvPr/>
        </p:nvSpPr>
        <p:spPr>
          <a:xfrm>
            <a:off x="9677463" y="283135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</p:spTree>
    <p:extLst>
      <p:ext uri="{BB962C8B-B14F-4D97-AF65-F5344CB8AC3E}">
        <p14:creationId xmlns:p14="http://schemas.microsoft.com/office/powerpoint/2010/main" val="71016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EDD7-D84C-AACA-D072-AD344ED1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B9791C-8461-845F-EE13-E24CBCD97585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EAB595-EB7D-4C46-14D6-E166C64151C7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547985-2B17-09EF-A09A-89D7DDE526A4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D8FAD7-BA45-9B5D-302E-B45DE2D9B3CF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876DFFF-76E2-243D-6AE9-3C340DF6E07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A8323D8-9862-421D-CA51-14B7ABC0AC28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C172EC-3745-93C9-C32D-5A7F33C8D9B0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964881-F97C-137C-45EB-DD2023249302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120280D-AF7D-73C3-9216-2735643AFA2D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BA051197-FC36-9557-13FA-A8EC9E6EB69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FE5EC11B-CECD-872C-15A4-D134E60552D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4A493FB-B32F-B8C1-7D09-B7EE6E850383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3FEFF9-0B37-2EF9-7330-6E2594D81700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346307B-3DCE-31C4-686A-C915770FE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4963B6-BDF3-271B-ECB8-4DCD5917D4B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8EC53A-B286-99CD-E1F4-810CFCD6E7F8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E93085-CD05-5D99-68A8-16FFF3C3EAF8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B808727-B9E6-BF8C-96C1-64F528624F44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C14970F-0C1B-5F05-B83A-57FA5AEFEB35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DC1FAD7-4622-8123-9C06-8D016DE49628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019E8561-56F0-6F36-2D4F-72FEDCBB0EEC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ED844F20-E43F-8371-87EE-9959A1622B01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CCA1DB3-723B-DA27-A07A-CD2B17598FD8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6479A43-AF9C-8FB1-FDA2-FB315EA8B7A3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DBEEB-5AAD-0E19-4F88-2C8C488F146E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337C6-F2AF-9F78-703D-16D772C6ACCB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FAB95181-1D0C-5CA7-A1E0-B142FB3DD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735698"/>
              </p:ext>
            </p:extLst>
          </p:nvPr>
        </p:nvGraphicFramePr>
        <p:xfrm>
          <a:off x="1420546" y="4648292"/>
          <a:ext cx="10184604" cy="914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8717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384186920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848717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1176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M2C4E1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0E332E13-56EC-8C9D-9B2C-3EE6A8A52881}"/>
              </a:ext>
            </a:extLst>
          </p:cNvPr>
          <p:cNvSpPr/>
          <p:nvPr/>
        </p:nvSpPr>
        <p:spPr>
          <a:xfrm>
            <a:off x="1440009" y="442865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F74A81-FA8D-8CC9-2BB0-76110E3D4751}"/>
              </a:ext>
            </a:extLst>
          </p:cNvPr>
          <p:cNvSpPr/>
          <p:nvPr/>
        </p:nvSpPr>
        <p:spPr>
          <a:xfrm>
            <a:off x="1440009" y="5538484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F905E48-6BE1-B405-112F-9C04EAA05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969947"/>
              </p:ext>
            </p:extLst>
          </p:nvPr>
        </p:nvGraphicFramePr>
        <p:xfrm>
          <a:off x="1432121" y="5753163"/>
          <a:ext cx="10118928" cy="914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3244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9549679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40068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43075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Storico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M2C5E2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58" name="Arrow: Right 57">
            <a:extLst>
              <a:ext uri="{FF2B5EF4-FFF2-40B4-BE49-F238E27FC236}">
                <a16:creationId xmlns:a16="http://schemas.microsoft.com/office/drawing/2014/main" id="{3037382A-880E-8750-7DB6-277F948D7AE7}"/>
              </a:ext>
            </a:extLst>
          </p:cNvPr>
          <p:cNvSpPr/>
          <p:nvPr/>
        </p:nvSpPr>
        <p:spPr>
          <a:xfrm rot="1011258">
            <a:off x="10394771" y="498718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74BC795-7B8C-EBC1-6466-F517BFAFAB95}"/>
              </a:ext>
            </a:extLst>
          </p:cNvPr>
          <p:cNvSpPr/>
          <p:nvPr/>
        </p:nvSpPr>
        <p:spPr>
          <a:xfrm>
            <a:off x="1440009" y="2147082"/>
            <a:ext cx="1655559" cy="942708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C5C1D891-1B9F-D6B2-F34B-2373E221B408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75F758-5129-ABC1-0103-3DAD3CABD1AF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DA36FC-6F25-F2C0-064F-5B078BAFE69B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863EB4B-60DC-BEBD-9DD3-B627A3B27B75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E0A3A343-17FA-EE75-F777-D31BCD54BCF2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2E9ADE7-B1B3-E618-EEA5-8E5A1DAC0F3C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3A9E362-9B2C-AB64-3247-681F67935DDD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6A54C07-2CE6-3E3F-533A-11D092E58D6E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2F53585-3C78-9BB1-3DEC-53DB768C4A59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FFC08C7-36E7-3338-4DCC-B9E67137AF97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4E0AF614-67C6-A427-27D1-3CC12C8F018A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E7E04F6-4600-125C-3151-D64016760149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553F65D-E0EE-7734-DB1A-4022FB8B5ACB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2BE2795-B5EA-CA3B-810C-8C91F6F27C6F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8A008DB2-193E-78AF-DFD1-924F98F391E2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283F1EA-1545-8C97-FE0B-DA7E1DC74116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E068AFD-F740-5745-E562-65B8C55C4202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BEA68A2-6FE7-0DAD-EF57-86567842A222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828A7CA-DBA1-402C-D32C-9F24B0B5ADE9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76C3983-37F4-751B-BD5E-796BB6639ABB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Top Corners Rounded 84">
            <a:extLst>
              <a:ext uri="{FF2B5EF4-FFF2-40B4-BE49-F238E27FC236}">
                <a16:creationId xmlns:a16="http://schemas.microsoft.com/office/drawing/2014/main" id="{A343D029-E6F5-EDDE-2300-7902463537DC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98BFA84-67B6-39F6-E0D4-14FF6FAE4856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B9BFA9B-DC05-42DC-9D1A-DD0939C7CD66}"/>
              </a:ext>
            </a:extLst>
          </p:cNvPr>
          <p:cNvSpPr/>
          <p:nvPr/>
        </p:nvSpPr>
        <p:spPr>
          <a:xfrm>
            <a:off x="1440009" y="3335363"/>
            <a:ext cx="10111027" cy="98723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ctangle: Top Corners Rounded 87">
            <a:extLst>
              <a:ext uri="{FF2B5EF4-FFF2-40B4-BE49-F238E27FC236}">
                <a16:creationId xmlns:a16="http://schemas.microsoft.com/office/drawing/2014/main" id="{F1BCC728-7DC8-EE47-25D7-56A7FCA48DC1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86CB2CE-6B5F-0905-27F8-75EBE356340A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0" name="Rectangle: Top Corners Rounded 89">
            <a:extLst>
              <a:ext uri="{FF2B5EF4-FFF2-40B4-BE49-F238E27FC236}">
                <a16:creationId xmlns:a16="http://schemas.microsoft.com/office/drawing/2014/main" id="{6C94550D-9F01-6CDC-941E-D481A47D1FB3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05FAE6A-9F8C-403F-8148-13CDC6D7FA41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2" name="Rectangle: Top Corners Rounded 91">
            <a:extLst>
              <a:ext uri="{FF2B5EF4-FFF2-40B4-BE49-F238E27FC236}">
                <a16:creationId xmlns:a16="http://schemas.microsoft.com/office/drawing/2014/main" id="{4D0650E2-1751-EC76-80E6-7865B2D70B3D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CAA1746-FBA9-69F0-D880-639A1C8E3F11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7D60FA2-EE3D-53E9-C759-65CA9313BC34}"/>
              </a:ext>
            </a:extLst>
          </p:cNvPr>
          <p:cNvSpPr/>
          <p:nvPr/>
        </p:nvSpPr>
        <p:spPr>
          <a:xfrm>
            <a:off x="10092203" y="3400114"/>
            <a:ext cx="1090613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Vedi Tutti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C224FF00-F57B-7A48-52AE-16371061B082}"/>
              </a:ext>
            </a:extLst>
          </p:cNvPr>
          <p:cNvSpPr/>
          <p:nvPr/>
        </p:nvSpPr>
        <p:spPr>
          <a:xfrm>
            <a:off x="1504928" y="3634773"/>
            <a:ext cx="3316789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Data Ultimo Documento caricato </a:t>
            </a:r>
            <a:r>
              <a:rPr lang="it-IT" sz="800">
                <a:solidFill>
                  <a:schemeClr val="tx1"/>
                </a:solidFill>
              </a:rPr>
              <a:t>: 16/03/2025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175A3BCA-B610-8B19-240E-B37E5F670ECF}"/>
              </a:ext>
            </a:extLst>
          </p:cNvPr>
          <p:cNvSpPr>
            <a:spLocks/>
          </p:cNvSpPr>
          <p:nvPr/>
        </p:nvSpPr>
        <p:spPr>
          <a:xfrm>
            <a:off x="1512692" y="3857368"/>
            <a:ext cx="10035080" cy="4516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Trascina qui il tuo file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97475BE-D87F-D01B-EF75-BFBEB2922E0E}"/>
              </a:ext>
            </a:extLst>
          </p:cNvPr>
          <p:cNvSpPr/>
          <p:nvPr/>
        </p:nvSpPr>
        <p:spPr>
          <a:xfrm>
            <a:off x="6044587" y="4103018"/>
            <a:ext cx="1090613" cy="176691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/>
              <a:t>Scegli File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840D161-F41C-14BE-2240-E414B89D1AFE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4A86674-97A0-97C1-682F-27D703657A09}"/>
              </a:ext>
            </a:extLst>
          </p:cNvPr>
          <p:cNvSpPr/>
          <p:nvPr/>
        </p:nvSpPr>
        <p:spPr>
          <a:xfrm>
            <a:off x="6177124" y="2122184"/>
            <a:ext cx="5370648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31" name="Rectangle: Top Corners Rounded 130">
            <a:extLst>
              <a:ext uri="{FF2B5EF4-FFF2-40B4-BE49-F238E27FC236}">
                <a16:creationId xmlns:a16="http://schemas.microsoft.com/office/drawing/2014/main" id="{BE2929DD-0174-86E9-4363-6D0B952E1EC6}"/>
              </a:ext>
            </a:extLst>
          </p:cNvPr>
          <p:cNvSpPr/>
          <p:nvPr/>
        </p:nvSpPr>
        <p:spPr>
          <a:xfrm>
            <a:off x="6175478" y="2125095"/>
            <a:ext cx="5370648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6A9E96F-40C4-3877-09A6-9B6564C778A9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E4CC443-2E9C-0A14-F7CC-FAC763604F81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27E5E1A-79AD-1B1F-E121-2BE4C6182206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INCARICO A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CCCAA74-FED9-EF10-07B7-86ECE10DD15E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Deloitte</a:t>
              </a:r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BA30437-7207-C39B-C814-A735300CF422}"/>
              </a:ext>
            </a:extLst>
          </p:cNvPr>
          <p:cNvSpPr/>
          <p:nvPr/>
        </p:nvSpPr>
        <p:spPr>
          <a:xfrm>
            <a:off x="8627246" y="3379156"/>
            <a:ext cx="1368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E2E5E73-4074-A854-B9B3-53E0975D15E0}"/>
              </a:ext>
            </a:extLst>
          </p:cNvPr>
          <p:cNvSpPr>
            <a:spLocks/>
          </p:cNvSpPr>
          <p:nvPr/>
        </p:nvSpPr>
        <p:spPr>
          <a:xfrm>
            <a:off x="6206851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B982D8C-E968-351A-6F1F-25B7EA174052}"/>
              </a:ext>
            </a:extLst>
          </p:cNvPr>
          <p:cNvSpPr>
            <a:spLocks/>
          </p:cNvSpPr>
          <p:nvPr/>
        </p:nvSpPr>
        <p:spPr>
          <a:xfrm>
            <a:off x="7076852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B13E894B-FCA1-DDFD-2A98-F0C96F948E96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841A77A-7E27-9263-4C9F-67C5A6E8EB41}"/>
              </a:ext>
            </a:extLst>
          </p:cNvPr>
          <p:cNvSpPr/>
          <p:nvPr/>
        </p:nvSpPr>
        <p:spPr>
          <a:xfrm>
            <a:off x="6925328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22A50B-56F2-A0CB-E607-837B70ECC924}"/>
              </a:ext>
            </a:extLst>
          </p:cNvPr>
          <p:cNvSpPr/>
          <p:nvPr/>
        </p:nvSpPr>
        <p:spPr>
          <a:xfrm>
            <a:off x="8441140" y="3379156"/>
            <a:ext cx="1554106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in Lavorazione: </a:t>
            </a:r>
            <a:r>
              <a:rPr lang="it-IT" sz="9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C75926-9E2C-6273-711E-AB4102D53319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6537D5-A425-CA40-8864-AEAE6758842E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CD7E74-6A31-23AA-88FD-B4F59511D911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0BA7C1-2B34-CD31-BA34-83CDE3AE95F1}"/>
              </a:ext>
            </a:extLst>
          </p:cNvPr>
          <p:cNvSpPr>
            <a:spLocks/>
          </p:cNvSpPr>
          <p:nvPr/>
        </p:nvSpPr>
        <p:spPr>
          <a:xfrm>
            <a:off x="6233641" y="2819270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295B6-50FA-4759-CF61-01081625E73D}"/>
              </a:ext>
            </a:extLst>
          </p:cNvPr>
          <p:cNvSpPr>
            <a:spLocks/>
          </p:cNvSpPr>
          <p:nvPr/>
        </p:nvSpPr>
        <p:spPr>
          <a:xfrm>
            <a:off x="7399423" y="2819270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attesa Documentazione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097707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311B-91AA-E0AE-A734-D70A0068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BEEE39-E599-F2A0-DD11-4202ED0FA916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FE273E-F541-72ED-7058-281FCD11CB26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7F67E-5E5D-EF95-4093-24110179D582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0EAA06-7F60-9C16-FF4A-AB7630D2EEB8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5F1AC0A2-B0AF-5738-F848-88AC90147C92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6F4715-A1BB-3498-9F83-25D32D1CA25F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1CB2134-9E6F-1D18-E453-310C7E239B20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FD0FA6-99D2-C0A2-5DB5-6ED9D9736F26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16BC6AC-B46E-A00F-4FD2-11BD17753E45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62BC553D-26CF-F96B-49E8-72AF3A0A4DD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B9C7863D-6C43-F6E8-D1E6-29E1703E04A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93B344AA-17B8-2EB4-80CA-7F50578EBEE7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8644A8-59B1-4553-A38A-2611A35291B0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0722769-242B-749A-529E-C6A494A3B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8C6215-809F-21F3-5A51-3D94244DA18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DDF038-686C-8372-C080-6521CBFB5726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66FD5E-EB9F-0595-901A-B2097E62901C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ECB527-1FB4-333C-C351-045238ECE59A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F600DF2-E6E7-7BB2-E92E-B37902C94876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119EFA3-98F0-25A0-2049-99F850F233C8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9820C5B-E561-F8EE-3FB6-676FFBDA9641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09A4EAB3-E84C-4FEA-E041-D26BC98ABB6F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A55C0C7-66DE-493D-EF88-8B34E64B304A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8EC2897-C835-075E-C5BB-A13F463BD11E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76E58-2C57-8F19-8CD7-1B0F1382F746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457F9-062C-0C4F-3934-993BB2C0742E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0E19C101-3D62-DEDE-FFD8-4E8361C27ACC}"/>
              </a:ext>
            </a:extLst>
          </p:cNvPr>
          <p:cNvGraphicFramePr>
            <a:graphicFrameLocks noGrp="1"/>
          </p:cNvGraphicFramePr>
          <p:nvPr/>
        </p:nvGraphicFramePr>
        <p:xfrm>
          <a:off x="1420546" y="4648292"/>
          <a:ext cx="10184603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5873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925873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1176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9F9290A9-EBBE-A2AC-13BC-BEE0798C0068}"/>
              </a:ext>
            </a:extLst>
          </p:cNvPr>
          <p:cNvSpPr/>
          <p:nvPr/>
        </p:nvSpPr>
        <p:spPr>
          <a:xfrm>
            <a:off x="1440009" y="442865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B09156-419B-4229-36BD-5ABF9B6E5523}"/>
              </a:ext>
            </a:extLst>
          </p:cNvPr>
          <p:cNvSpPr/>
          <p:nvPr/>
        </p:nvSpPr>
        <p:spPr>
          <a:xfrm>
            <a:off x="1440009" y="5538484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B326A510-9C5E-1604-0138-CC13948B305E}"/>
              </a:ext>
            </a:extLst>
          </p:cNvPr>
          <p:cNvGraphicFramePr>
            <a:graphicFrameLocks noGrp="1"/>
          </p:cNvGraphicFramePr>
          <p:nvPr/>
        </p:nvGraphicFramePr>
        <p:xfrm>
          <a:off x="1432121" y="5753163"/>
          <a:ext cx="10118922" cy="8879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9902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919902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40068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43075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58" name="Arrow: Right 57">
            <a:extLst>
              <a:ext uri="{FF2B5EF4-FFF2-40B4-BE49-F238E27FC236}">
                <a16:creationId xmlns:a16="http://schemas.microsoft.com/office/drawing/2014/main" id="{E46C0C8D-FE90-E0CE-A0D7-C6B431A783DF}"/>
              </a:ext>
            </a:extLst>
          </p:cNvPr>
          <p:cNvSpPr/>
          <p:nvPr/>
        </p:nvSpPr>
        <p:spPr>
          <a:xfrm rot="1011258">
            <a:off x="10394771" y="498718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266FC6C-3425-4CF8-546A-1F8546C07EF3}"/>
              </a:ext>
            </a:extLst>
          </p:cNvPr>
          <p:cNvSpPr/>
          <p:nvPr/>
        </p:nvSpPr>
        <p:spPr>
          <a:xfrm>
            <a:off x="1440009" y="2147082"/>
            <a:ext cx="1655559" cy="942708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BE06E6AC-59CD-CA2D-20F2-5708737C141E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DE0CE8B-8F4B-5763-FA74-7AF82EC6B8C6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EE3AEE-D015-3897-EA5E-6FCA45988F63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126AB87-EED3-58E1-AEA9-305F2DB0DC8A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56B92677-4A72-6D9C-4F3B-89D8FF0AAB8D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610D68-100B-522B-7E3B-F8743665802A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BFCD9C3-8D03-2B18-D137-6D6FEE6A0291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61B3E29-21FC-916E-3B53-E500135ABC8A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7DC516B-9CEC-0321-9E8B-B8E0AFBCD774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5F8F3CD-556C-7CDB-08AF-9985DFEBAD07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C22D5DEF-05CE-5327-4394-96E2CA523ED0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1D3BDB1-7AAB-4252-B421-540177A9BA4C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63CDFD-5FEA-6074-A9F9-6BDB2F98886D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4208170-A5DF-9BC2-104A-D5A983989539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E12836EE-5C3C-D4C5-FE51-C08EBECF31C5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576FD6B-6944-4D5A-D76B-DE616D3C30CA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238F0DD-4646-3369-6B4D-613C899819CF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9CD5F4B-8A1E-238A-4E15-F58E20D2EA48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2A96217-DCFD-B708-C270-09F09AAD07D6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6AE6981-F765-E4D9-C54B-36FD4CC20E21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: Top Corners Rounded 84">
            <a:extLst>
              <a:ext uri="{FF2B5EF4-FFF2-40B4-BE49-F238E27FC236}">
                <a16:creationId xmlns:a16="http://schemas.microsoft.com/office/drawing/2014/main" id="{B726A127-18B9-9461-1660-0EB7F8D00981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DD85C39-446D-C3F0-894A-93DF09025312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4FE078F-104E-AF26-7183-DD6F33874D91}"/>
              </a:ext>
            </a:extLst>
          </p:cNvPr>
          <p:cNvSpPr/>
          <p:nvPr/>
        </p:nvSpPr>
        <p:spPr>
          <a:xfrm>
            <a:off x="1440009" y="3335363"/>
            <a:ext cx="10111027" cy="98723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ctangle: Top Corners Rounded 87">
            <a:extLst>
              <a:ext uri="{FF2B5EF4-FFF2-40B4-BE49-F238E27FC236}">
                <a16:creationId xmlns:a16="http://schemas.microsoft.com/office/drawing/2014/main" id="{8BF06F80-BF21-C24B-7381-E2E77FB58F74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2016CB-4944-1DD2-233A-0A5872535EE6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0" name="Rectangle: Top Corners Rounded 89">
            <a:extLst>
              <a:ext uri="{FF2B5EF4-FFF2-40B4-BE49-F238E27FC236}">
                <a16:creationId xmlns:a16="http://schemas.microsoft.com/office/drawing/2014/main" id="{CAF4838A-E4DF-A041-AA68-B994C057B777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9C40C6E-144B-D83E-4D3F-324970A43A53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2" name="Rectangle: Top Corners Rounded 91">
            <a:extLst>
              <a:ext uri="{FF2B5EF4-FFF2-40B4-BE49-F238E27FC236}">
                <a16:creationId xmlns:a16="http://schemas.microsoft.com/office/drawing/2014/main" id="{3F4FDF11-CBB2-9D54-FEC4-E7D04BBF15E5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F1ACECD-97B6-1D7A-581A-1FEF622B8FB3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E197DB86-2D82-D90F-09D2-B1996DC954A3}"/>
              </a:ext>
            </a:extLst>
          </p:cNvPr>
          <p:cNvSpPr/>
          <p:nvPr/>
        </p:nvSpPr>
        <p:spPr>
          <a:xfrm>
            <a:off x="10092203" y="3400114"/>
            <a:ext cx="1090613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Vedi Tutti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4BC4C3A-76F4-CCA4-AB8E-BDF5A93DC2E0}"/>
              </a:ext>
            </a:extLst>
          </p:cNvPr>
          <p:cNvSpPr/>
          <p:nvPr/>
        </p:nvSpPr>
        <p:spPr>
          <a:xfrm>
            <a:off x="1504928" y="3634773"/>
            <a:ext cx="3316789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Data Ultimo Documento caricato </a:t>
            </a:r>
            <a:r>
              <a:rPr lang="it-IT" sz="800">
                <a:solidFill>
                  <a:schemeClr val="tx1"/>
                </a:solidFill>
              </a:rPr>
              <a:t>: 16/03/2025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2D35C399-478B-C2AE-AE7A-2CFC4A128119}"/>
              </a:ext>
            </a:extLst>
          </p:cNvPr>
          <p:cNvSpPr>
            <a:spLocks/>
          </p:cNvSpPr>
          <p:nvPr/>
        </p:nvSpPr>
        <p:spPr>
          <a:xfrm>
            <a:off x="1512692" y="3857368"/>
            <a:ext cx="10035080" cy="4516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Trascina qui il tuo file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97F9DC3-AFDD-EB15-5145-03FDCBA34DAC}"/>
              </a:ext>
            </a:extLst>
          </p:cNvPr>
          <p:cNvSpPr/>
          <p:nvPr/>
        </p:nvSpPr>
        <p:spPr>
          <a:xfrm>
            <a:off x="6044587" y="4103018"/>
            <a:ext cx="1090613" cy="176691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/>
              <a:t>Scegli File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AEB9408-6582-A7C7-F893-18B89C35457D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BFE61027-5F91-E582-3088-7462904A5407}"/>
              </a:ext>
            </a:extLst>
          </p:cNvPr>
          <p:cNvSpPr/>
          <p:nvPr/>
        </p:nvSpPr>
        <p:spPr>
          <a:xfrm>
            <a:off x="6177124" y="2122184"/>
            <a:ext cx="5370648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31" name="Rectangle: Top Corners Rounded 130">
            <a:extLst>
              <a:ext uri="{FF2B5EF4-FFF2-40B4-BE49-F238E27FC236}">
                <a16:creationId xmlns:a16="http://schemas.microsoft.com/office/drawing/2014/main" id="{84A0C561-C65A-8D75-3076-C8FA846CEDF5}"/>
              </a:ext>
            </a:extLst>
          </p:cNvPr>
          <p:cNvSpPr/>
          <p:nvPr/>
        </p:nvSpPr>
        <p:spPr>
          <a:xfrm>
            <a:off x="6175478" y="2125095"/>
            <a:ext cx="5370648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847EDDC-F323-6BD1-42BC-445D50B653A0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94E3E0D-1EF7-1D98-BDEB-D64EC90E6C30}"/>
              </a:ext>
            </a:extLst>
          </p:cNvPr>
          <p:cNvSpPr>
            <a:spLocks/>
          </p:cNvSpPr>
          <p:nvPr/>
        </p:nvSpPr>
        <p:spPr>
          <a:xfrm>
            <a:off x="8705912" y="2819270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0770C81-78FD-089D-4DBE-D2D118CD900A}"/>
              </a:ext>
            </a:extLst>
          </p:cNvPr>
          <p:cNvSpPr>
            <a:spLocks/>
          </p:cNvSpPr>
          <p:nvPr/>
        </p:nvSpPr>
        <p:spPr>
          <a:xfrm>
            <a:off x="9871694" y="2819270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Lavorazione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805F1DF-CD24-1A66-F256-7E6463C44A2F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BD1DCCB-9CB0-AF60-814A-D4DD758E8E8C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INCARICO A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92D2E12-C021-3933-C0E2-B65A877BAD9B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Deloitte</a:t>
              </a:r>
            </a:p>
          </p:txBody>
        </p:sp>
      </p:grp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FD53037-0830-B0C3-D007-7732FDBBA008}"/>
              </a:ext>
            </a:extLst>
          </p:cNvPr>
          <p:cNvSpPr/>
          <p:nvPr/>
        </p:nvSpPr>
        <p:spPr>
          <a:xfrm>
            <a:off x="8627246" y="3379156"/>
            <a:ext cx="1368000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0F61387-0035-928D-CE95-5EFD5A61FC1C}"/>
              </a:ext>
            </a:extLst>
          </p:cNvPr>
          <p:cNvSpPr>
            <a:spLocks/>
          </p:cNvSpPr>
          <p:nvPr/>
        </p:nvSpPr>
        <p:spPr>
          <a:xfrm>
            <a:off x="6206851" y="2819270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SEZIONE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2E76FC3-A697-F231-E162-BCA07F518667}"/>
              </a:ext>
            </a:extLst>
          </p:cNvPr>
          <p:cNvSpPr>
            <a:spLocks/>
          </p:cNvSpPr>
          <p:nvPr/>
        </p:nvSpPr>
        <p:spPr>
          <a:xfrm>
            <a:off x="7076852" y="2819270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rgbClr val="FF0000"/>
                </a:solidFill>
              </a:rPr>
              <a:t>● </a:t>
            </a:r>
            <a:r>
              <a:rPr lang="it-IT" sz="800">
                <a:solidFill>
                  <a:sysClr val="windowText" lastClr="000000"/>
                </a:solidFill>
              </a:rPr>
              <a:t>Monitoraggio Scaduto 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0BB30D3-B96C-94C8-5C14-AEFE6B74A6E1}"/>
              </a:ext>
            </a:extLst>
          </p:cNvPr>
          <p:cNvSpPr>
            <a:spLocks/>
          </p:cNvSpPr>
          <p:nvPr/>
        </p:nvSpPr>
        <p:spPr>
          <a:xfrm>
            <a:off x="6206851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F0FC352-8027-9D98-FA76-98468493FF2B}"/>
              </a:ext>
            </a:extLst>
          </p:cNvPr>
          <p:cNvSpPr>
            <a:spLocks/>
          </p:cNvSpPr>
          <p:nvPr/>
        </p:nvSpPr>
        <p:spPr>
          <a:xfrm>
            <a:off x="7076852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07CFEAA-BEBA-3766-90DF-5D3A5AC669C4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975348D-8970-908C-1684-B35354E0B942}"/>
              </a:ext>
            </a:extLst>
          </p:cNvPr>
          <p:cNvSpPr/>
          <p:nvPr/>
        </p:nvSpPr>
        <p:spPr>
          <a:xfrm>
            <a:off x="6925328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AB6A2-524E-2789-831B-DC425455A266}"/>
              </a:ext>
            </a:extLst>
          </p:cNvPr>
          <p:cNvSpPr/>
          <p:nvPr/>
        </p:nvSpPr>
        <p:spPr>
          <a:xfrm>
            <a:off x="8441141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da Lavorare: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1C2EF0-83AB-4172-35F3-F7C8CC470E81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3AEE8A-5D17-0154-82F0-6A6496F15CE6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4544EE-633C-B758-86C6-E985B2CA73E7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AD598-6CAA-0599-9D83-3F3A94B82E3E}"/>
              </a:ext>
            </a:extLst>
          </p:cNvPr>
          <p:cNvSpPr/>
          <p:nvPr/>
        </p:nvSpPr>
        <p:spPr>
          <a:xfrm>
            <a:off x="0" y="3136"/>
            <a:ext cx="12192000" cy="6854864"/>
          </a:xfrm>
          <a:prstGeom prst="rect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142DCC-239D-2240-5655-9653F53A62BA}"/>
              </a:ext>
            </a:extLst>
          </p:cNvPr>
          <p:cNvGrpSpPr/>
          <p:nvPr/>
        </p:nvGrpSpPr>
        <p:grpSpPr>
          <a:xfrm>
            <a:off x="2924994" y="2758750"/>
            <a:ext cx="6280011" cy="2813218"/>
            <a:chOff x="2924994" y="2758750"/>
            <a:chExt cx="6280011" cy="281321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C99178-DE8E-C0D5-9D6F-582D2A5CE5E9}"/>
                </a:ext>
              </a:extLst>
            </p:cNvPr>
            <p:cNvGrpSpPr/>
            <p:nvPr/>
          </p:nvGrpSpPr>
          <p:grpSpPr>
            <a:xfrm>
              <a:off x="2924994" y="2758750"/>
              <a:ext cx="6280011" cy="2813218"/>
              <a:chOff x="2924994" y="1958830"/>
              <a:chExt cx="6280011" cy="13405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1C55A2A-C806-5957-B68D-A9E86CCA5D60}"/>
                  </a:ext>
                </a:extLst>
              </p:cNvPr>
              <p:cNvSpPr/>
              <p:nvPr/>
            </p:nvSpPr>
            <p:spPr>
              <a:xfrm>
                <a:off x="2924994" y="2039218"/>
                <a:ext cx="6278212" cy="126011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E2E2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b="1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D800D2E-C1DB-4FA0-E591-950D6CB2A1AB}"/>
                  </a:ext>
                </a:extLst>
              </p:cNvPr>
              <p:cNvSpPr/>
              <p:nvPr/>
            </p:nvSpPr>
            <p:spPr>
              <a:xfrm>
                <a:off x="2926793" y="1958830"/>
                <a:ext cx="6278212" cy="191389"/>
              </a:xfrm>
              <a:prstGeom prst="rect">
                <a:avLst/>
              </a:prstGeom>
              <a:solidFill>
                <a:srgbClr val="F5F5F5"/>
              </a:solidFill>
              <a:ln w="95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050" b="1">
                    <a:solidFill>
                      <a:schemeClr val="tx1"/>
                    </a:solidFill>
                  </a:rPr>
                  <a:t>Richiesta di Eccezione al Monitoraggio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714AB8-B176-3526-E5B8-DCBA77EA5BFD}"/>
                  </a:ext>
                </a:extLst>
              </p:cNvPr>
              <p:cNvSpPr/>
              <p:nvPr/>
            </p:nvSpPr>
            <p:spPr>
              <a:xfrm>
                <a:off x="3196114" y="2745291"/>
                <a:ext cx="5786783" cy="22602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E2E2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it-IT" sz="1050">
                    <a:solidFill>
                      <a:schemeClr val="tx1"/>
                    </a:solidFill>
                  </a:rPr>
                  <a:t>Carica eventuale documentazione a supporto</a:t>
                </a:r>
              </a:p>
            </p:txBody>
          </p:sp>
          <p:pic>
            <p:nvPicPr>
              <p:cNvPr id="23" name="Graphic 22" descr="Upload outline">
                <a:extLst>
                  <a:ext uri="{FF2B5EF4-FFF2-40B4-BE49-F238E27FC236}">
                    <a16:creationId xmlns:a16="http://schemas.microsoft.com/office/drawing/2014/main" id="{FBD75CBC-5DE7-7F5B-CB43-399F24075E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318444" y="2762685"/>
                <a:ext cx="432658" cy="191239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1EE79B0-34F1-29A7-DE29-1E1DB24478B0}"/>
                  </a:ext>
                </a:extLst>
              </p:cNvPr>
              <p:cNvSpPr/>
              <p:nvPr/>
            </p:nvSpPr>
            <p:spPr>
              <a:xfrm>
                <a:off x="3196114" y="2203972"/>
                <a:ext cx="5786783" cy="39048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E2E2E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it-IT" sz="1050">
                    <a:solidFill>
                      <a:schemeClr val="tx1"/>
                    </a:solidFill>
                  </a:rPr>
                  <a:t>Descrivi le motivazioni a supporto della richiesta di saltare il monitoraggio/ignorare la soglia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AC8720-4557-9B23-70E6-3DD2DFB8234A}"/>
                </a:ext>
              </a:extLst>
            </p:cNvPr>
            <p:cNvSpPr/>
            <p:nvPr/>
          </p:nvSpPr>
          <p:spPr>
            <a:xfrm>
              <a:off x="6215523" y="5026593"/>
              <a:ext cx="1283091" cy="394102"/>
            </a:xfrm>
            <a:prstGeom prst="rect">
              <a:avLst/>
            </a:prstGeom>
            <a:solidFill>
              <a:srgbClr val="3F8F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100">
                  <a:solidFill>
                    <a:schemeClr val="bg1"/>
                  </a:solidFill>
                </a:rPr>
                <a:t>Invia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829248-5B04-802E-505F-22E52FA1547B}"/>
                </a:ext>
              </a:extLst>
            </p:cNvPr>
            <p:cNvSpPr/>
            <p:nvPr/>
          </p:nvSpPr>
          <p:spPr>
            <a:xfrm>
              <a:off x="4712771" y="5026593"/>
              <a:ext cx="1283091" cy="394102"/>
            </a:xfrm>
            <a:prstGeom prst="rect">
              <a:avLst/>
            </a:prstGeom>
            <a:solidFill>
              <a:srgbClr val="3F8F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100">
                  <a:solidFill>
                    <a:schemeClr val="bg1"/>
                  </a:solidFill>
                </a:rPr>
                <a:t>Annulla</a:t>
              </a: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426778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581C-7587-1A92-44C8-B0D663F5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923968-DD56-3BF6-CB7B-3CC67D471BED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5A6500-DB77-095A-3A2B-F5740B5ED315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E4E5A3-C176-F51E-C9A6-CA684FC1159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07631A-76A7-2089-42C3-1B62D6BBA0AC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608B1333-C80B-D6E9-F34D-38EC160447EC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BD203E-4D14-01E4-849E-276144DFC2FF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824E071-B0F7-7479-A22F-72A9D2CAB253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25454E-5DBD-6C2A-4B67-6555D29C84D4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90AED9-FAE4-B51E-A5F5-51AB1EE0BB5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485338B6-5DA5-99E7-D782-F94F4116303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13D1715C-76F0-12AF-CFB1-0A07AD9A947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529C3D1-D1E0-3791-20E5-B75E33608BDE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16195E-B516-37D4-5E7B-A6DA349EDF2F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65E83BE-E08D-DB3C-72F0-0892DB52C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392451-FC25-755A-3C23-25A1B35487E8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81FF46-3596-553E-DC1F-FE558832A276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4C309F6F-97CF-2209-0BA2-1BB74260C188}"/>
              </a:ext>
            </a:extLst>
          </p:cNvPr>
          <p:cNvSpPr/>
          <p:nvPr/>
        </p:nvSpPr>
        <p:spPr>
          <a:xfrm>
            <a:off x="1442767" y="3677637"/>
            <a:ext cx="10454912" cy="468980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26EFDF-E8C5-913E-47C2-2411B659C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812128"/>
              </p:ext>
            </p:extLst>
          </p:nvPr>
        </p:nvGraphicFramePr>
        <p:xfrm>
          <a:off x="1422931" y="3683838"/>
          <a:ext cx="10163626" cy="22651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396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1151642679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3399790202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2531779204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92381285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414309468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2843321822"/>
                    </a:ext>
                  </a:extLst>
                </a:gridCol>
                <a:gridCol w="923966">
                  <a:extLst>
                    <a:ext uri="{9D8B030D-6E8A-4147-A177-3AD203B41FA5}">
                      <a16:colId xmlns:a16="http://schemas.microsoft.com/office/drawing/2014/main" val="3526263436"/>
                    </a:ext>
                  </a:extLst>
                </a:gridCol>
              </a:tblGrid>
              <a:tr h="452240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# Tot. Monitoraggi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/>
                        <a:t>#</a:t>
                      </a:r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 Monitoraggi da svolgere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/>
                        <a:t># Monitoraggi ok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/>
                        <a:t># Monitoraggi ko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36179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36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M2C2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Storico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36179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Paragrafo 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36179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Storico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20/02/2026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36179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Paragrafo 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0/5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658887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0C7375-528E-5D04-1969-7F6BA8C15A28}"/>
              </a:ext>
            </a:extLst>
          </p:cNvPr>
          <p:cNvSpPr/>
          <p:nvPr/>
        </p:nvSpPr>
        <p:spPr>
          <a:xfrm>
            <a:off x="12061910" y="1412124"/>
            <a:ext cx="33959" cy="486506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AF9DD6-A940-ACD9-1D01-F3DB837C9255}"/>
              </a:ext>
            </a:extLst>
          </p:cNvPr>
          <p:cNvSpPr/>
          <p:nvPr/>
        </p:nvSpPr>
        <p:spPr>
          <a:xfrm>
            <a:off x="12036725" y="2406950"/>
            <a:ext cx="78980" cy="375138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DF0A42-869B-7AAD-AF4D-153C539ED503}"/>
              </a:ext>
            </a:extLst>
          </p:cNvPr>
          <p:cNvSpPr/>
          <p:nvPr/>
        </p:nvSpPr>
        <p:spPr>
          <a:xfrm>
            <a:off x="1440009" y="349972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Tutti i covenant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5C9D21-8549-29C4-A918-646C69217BDB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0F1383-8FD3-5230-CC2F-C488B5281572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78E42-9985-61EA-C43B-15D014599041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67F11-05B4-5AAD-F012-E8DD9305B42C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68495F-D598-1895-819C-B2CDBA62B514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20E1A7-05AB-B996-B329-5118F7D9D8EB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8E1E8E-B1A9-DBAE-03DB-930F3E2499C5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0E6A81B8-90D9-2693-A3D4-3AFB4C992BBC}"/>
              </a:ext>
            </a:extLst>
          </p:cNvPr>
          <p:cNvSpPr/>
          <p:nvPr/>
        </p:nvSpPr>
        <p:spPr>
          <a:xfrm rot="1011258">
            <a:off x="6912537" y="4570009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EFA6C21-DA10-9189-9FF1-FB81A7CC6CDA}"/>
              </a:ext>
            </a:extLst>
          </p:cNvPr>
          <p:cNvSpPr/>
          <p:nvPr/>
        </p:nvSpPr>
        <p:spPr>
          <a:xfrm>
            <a:off x="1440009" y="2224668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0CB1CF8-0A11-9DFE-E2A6-6BA247D26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033268"/>
              </p:ext>
            </p:extLst>
          </p:nvPr>
        </p:nvGraphicFramePr>
        <p:xfrm>
          <a:off x="1432121" y="2439347"/>
          <a:ext cx="10118928" cy="914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3244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25329093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  <a:gridCol w="843244">
                  <a:extLst>
                    <a:ext uri="{9D8B030D-6E8A-4147-A177-3AD203B41FA5}">
                      <a16:colId xmlns:a16="http://schemas.microsoft.com/office/drawing/2014/main" val="2775489212"/>
                    </a:ext>
                  </a:extLst>
                </a:gridCol>
              </a:tblGrid>
              <a:tr h="340068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43075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M2C1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DF19C0-C2E1-71D1-57FA-57C6D122D435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C6A22F-0106-C656-DC52-822851E7C22A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916F53-9065-4756-4442-52D9B3A2FA52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9123324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E418-1F59-9C7C-D9CD-927C3C407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D6DADF-4DFB-BFC4-0022-D233206224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5741" y="1096174"/>
            <a:ext cx="10769173" cy="5295659"/>
          </a:xfrm>
          <a:prstGeom prst="roundRect">
            <a:avLst>
              <a:gd name="adj" fmla="val 705"/>
            </a:avLst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9D8030-1929-57A9-670B-29DF390A9A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0D21E8-8BB0-6848-6C07-3F0AEDB45C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481481"/>
            <a:ext cx="12192000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7EB9BE-02D3-FE62-A86E-A566565B248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96229" y="6558760"/>
            <a:ext cx="3799542" cy="221960"/>
            <a:chOff x="4439023" y="6558760"/>
            <a:chExt cx="3799542" cy="2219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43D0E7-14C3-C0B1-4E74-71FE38042B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39023" y="6558760"/>
              <a:ext cx="643966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>
                  <a:solidFill>
                    <a:sysClr val="windowText" lastClr="000000"/>
                  </a:solidFill>
                </a:rPr>
                <a:t>Cookie Policy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4ABCF6-D887-C1F3-B34A-1D7A01A0B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59294" y="6558760"/>
              <a:ext cx="643966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>
                  <a:solidFill>
                    <a:sysClr val="windowText" lastClr="000000"/>
                  </a:solidFill>
                </a:rPr>
                <a:t>Privacy Policy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C617DE3-0F22-A6E4-A2F3-72AE979E9B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79564" y="6558760"/>
              <a:ext cx="826248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 err="1">
                  <a:solidFill>
                    <a:sysClr val="windowText" lastClr="000000"/>
                  </a:solidFill>
                </a:rPr>
                <a:t>Terms</a:t>
              </a:r>
              <a:r>
                <a:rPr lang="it-IT" sz="600">
                  <a:solidFill>
                    <a:sysClr val="windowText" lastClr="000000"/>
                  </a:solidFill>
                </a:rPr>
                <a:t> &amp; </a:t>
              </a:r>
              <a:r>
                <a:rPr lang="it-IT" sz="600" err="1">
                  <a:solidFill>
                    <a:sysClr val="windowText" lastClr="000000"/>
                  </a:solidFill>
                </a:rPr>
                <a:t>Conditions</a:t>
              </a:r>
              <a:endParaRPr lang="it-IT" sz="60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A6E43B-99E6-0331-25E3-4256C34C4C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82118" y="6558760"/>
              <a:ext cx="1156447" cy="221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600">
                  <a:solidFill>
                    <a:sysClr val="windowText" lastClr="000000"/>
                  </a:solidFill>
                </a:rPr>
                <a:t>Dichiarazione di accessibilità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FF9667-32DF-58A2-227C-F2BBD9C83F6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171142" y="6579571"/>
              <a:ext cx="0" cy="180338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068D761-A61A-C391-4F7C-A7C37BC5624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5991412" y="6579571"/>
              <a:ext cx="0" cy="180338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639BEB-6B2C-6140-17B6-863D8340CD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993964" y="6579571"/>
              <a:ext cx="0" cy="180338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CB8AE9E7-24A6-5EF7-564A-610AD4292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BA6E1AD-06F2-D090-F187-758B0AA49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Pratiche Censimento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D38B21-C77E-1BA3-48AA-D84B25B03E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Dashboard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2D2DB8-3974-6034-9275-99B904220582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C20EAF-1634-A24B-5464-3A613272356E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EA9CBE05-C894-8D44-A38C-77BFCAC10DF1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14DF2E-E736-0878-D0C3-701526AFB210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1DC598D-433E-8362-26DB-EDE39E933F80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03D8FB4B-08F7-4507-A75A-8EDC10224EFC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C0BBC6-D593-E5CF-904E-5F01F652C20A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DA16387-F549-B45C-BF9D-DFEC8745BC52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7D19786-3DAA-8841-1015-01999E6CAD38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750A2F1-93D5-67F5-5614-C75593418062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63BFEA-5752-497A-6514-9A00E76BEF38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BCB5841-6CBD-C212-2596-123E9F16FE2F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A561BB-B602-8496-3FA2-1506FE28864C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9EE1F1F-A9DB-7750-DF26-34A9EA926B6F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C41FC01-9F67-CBC6-5F0A-35A2492209E0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F51C15B5-4623-1459-413E-DF54C0CD1BB1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819C43B7-0F75-20F2-B11A-52996E28FA22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2E21160-8522-EEB1-0667-185CB7CDA8B8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CB8B644-17B6-26CE-6C56-51F6D8CD74F1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C76E55B-DEB4-14C9-FF52-281FE3D5D92B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FA27EDE-8A00-742D-0843-9712BB77315B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117B0E7-15DA-A7F8-8077-0C4D78BDC0AB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DB9DE1C-F011-5B26-CDCC-B5CF0687F35A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D16F5DF-C2A6-4344-07CA-312E0A7364A1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CEBB0BA-1646-C33F-FEDF-1AF4FA3E69D6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95C6D46-576E-3BFF-18AD-048169C9A9DC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F93EADE-4910-6EDA-325F-9B05FE86ECA3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4C091D8-D4EF-1F63-AC08-064A96EBB25D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159A316F-D810-C53D-6824-5196DB026B22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B199D2C-193A-C0CF-ED20-3E5890AE60B5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71E6B6C-F4A0-771A-7C76-BC8934D8D9FB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10F1AE-1EFB-B70D-A01D-18A3C8AE1B27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00" b="1">
                <a:solidFill>
                  <a:schemeClr val="bg1"/>
                </a:solidFill>
              </a:rPr>
              <a:t>Piattaforma Banca Agente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EBC802-7B8E-3835-1FE2-CED91F05C987}"/>
              </a:ext>
            </a:extLst>
          </p:cNvPr>
          <p:cNvSpPr/>
          <p:nvPr/>
        </p:nvSpPr>
        <p:spPr>
          <a:xfrm>
            <a:off x="10388067" y="73713"/>
            <a:ext cx="965733" cy="221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600">
              <a:solidFill>
                <a:sysClr val="windowText" lastClr="000000"/>
              </a:solidFill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17D2D0A1-CDB7-F51D-67A3-FFAADC995763}"/>
              </a:ext>
            </a:extLst>
          </p:cNvPr>
          <p:cNvSpPr>
            <a:spLocks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0EE0BA-9B90-22E2-D8F8-2F71CB18F7F6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32C947E-D701-01E0-4674-C6A08AEB5E6C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0CBB2E5-9325-0948-7EC4-9611CDC49722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D3E28C2-78B1-18AE-66B1-CB909412A5A6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Graphic 56" descr="Ringer outline">
            <a:extLst>
              <a:ext uri="{FF2B5EF4-FFF2-40B4-BE49-F238E27FC236}">
                <a16:creationId xmlns:a16="http://schemas.microsoft.com/office/drawing/2014/main" id="{4953798C-7D17-7EA6-7831-00F63A145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8" name="Graphic 57" descr="Question Mark with solid fill">
            <a:extLst>
              <a:ext uri="{FF2B5EF4-FFF2-40B4-BE49-F238E27FC236}">
                <a16:creationId xmlns:a16="http://schemas.microsoft.com/office/drawing/2014/main" id="{E1D076CC-75A0-63FC-E655-E110DDD5BF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1D111A5-F56E-DE87-ECA8-9AC5EDF7624A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25F3B0-BE4F-B687-33FA-37381AF7DCED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EC2E6-EA5A-70DC-C9B8-066E9C14CA8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EA39AE5-131F-3F78-F8A8-B9AF1F61D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513B65C-E587-42E6-9201-4E01785564A2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44889F5-FEFB-1DB4-2299-69D4B56AC591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EF6F161-F2A2-4736-963A-1BAC012CA5B3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CBE92C-C81A-36A5-1EFC-2B6C21190EC5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31F194-E1A9-BAB4-5714-69F4423CF503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6D7CF477-DAF9-1AB4-C15B-7501DEC72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0841"/>
              </p:ext>
            </p:extLst>
          </p:nvPr>
        </p:nvGraphicFramePr>
        <p:xfrm>
          <a:off x="1492869" y="2971788"/>
          <a:ext cx="10187386" cy="27767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M2C4E1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Ignora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M2C4E8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</a:tbl>
          </a:graphicData>
        </a:graphic>
      </p:graphicFrame>
      <p:sp>
        <p:nvSpPr>
          <p:cNvPr id="114" name="Rectangle 113">
            <a:extLst>
              <a:ext uri="{FF2B5EF4-FFF2-40B4-BE49-F238E27FC236}">
                <a16:creationId xmlns:a16="http://schemas.microsoft.com/office/drawing/2014/main" id="{F07C74B3-512C-C3B4-6406-99BD1A4E7018}"/>
              </a:ext>
            </a:extLst>
          </p:cNvPr>
          <p:cNvSpPr/>
          <p:nvPr/>
        </p:nvSpPr>
        <p:spPr>
          <a:xfrm>
            <a:off x="1317451" y="4984933"/>
            <a:ext cx="10377288" cy="905515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9BA4A20-D5AB-8240-23B4-A9E17A86B9E0}"/>
              </a:ext>
            </a:extLst>
          </p:cNvPr>
          <p:cNvSpPr/>
          <p:nvPr/>
        </p:nvSpPr>
        <p:spPr>
          <a:xfrm>
            <a:off x="1335741" y="4679574"/>
            <a:ext cx="10377288" cy="23228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057BA11-698F-CA19-D224-BFC4A9FD4B48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550951D-A4FF-316A-1F67-DEA9AC46853C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B94061E-0EB7-6372-C039-1C0E765D82D4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FA9C23-DFA9-DE47-6F3A-DFF301BD4A01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2D196A-899A-FC4F-1E28-27DBFB930BC9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442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CD3979-E043-A568-1F3D-2D59A3A568FA}"/>
              </a:ext>
            </a:extLst>
          </p:cNvPr>
          <p:cNvSpPr txBox="1"/>
          <p:nvPr/>
        </p:nvSpPr>
        <p:spPr>
          <a:xfrm>
            <a:off x="389467" y="338667"/>
            <a:ext cx="8039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/>
              <a:t>Gestione stati dell’evento di monitoraggio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2F613-8417-558B-5419-0E6A82C631B8}"/>
              </a:ext>
            </a:extLst>
          </p:cNvPr>
          <p:cNvSpPr/>
          <p:nvPr/>
        </p:nvSpPr>
        <p:spPr>
          <a:xfrm>
            <a:off x="817034" y="3065013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i="1">
                <a:solidFill>
                  <a:sysClr val="windowText" lastClr="000000"/>
                </a:solidFill>
              </a:rPr>
              <a:t>Nessuno stato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8875B9-7540-9C1E-BAF4-0BB2551026ED}"/>
              </a:ext>
            </a:extLst>
          </p:cNvPr>
          <p:cNvSpPr/>
          <p:nvPr/>
        </p:nvSpPr>
        <p:spPr>
          <a:xfrm>
            <a:off x="3617384" y="3065013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BCB800"/>
                </a:solidFill>
              </a:rPr>
              <a:t>YELLOW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in scadenza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EB2F3-AC77-B87B-612A-B196791D5F3A}"/>
              </a:ext>
            </a:extLst>
          </p:cNvPr>
          <p:cNvSpPr/>
          <p:nvPr/>
        </p:nvSpPr>
        <p:spPr>
          <a:xfrm>
            <a:off x="6417734" y="1629153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FF0000"/>
                </a:solidFill>
              </a:rPr>
              <a:t>RED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scaduto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D84B84-E667-D05E-B0FC-B33B03EF31BA}"/>
              </a:ext>
            </a:extLst>
          </p:cNvPr>
          <p:cNvSpPr/>
          <p:nvPr/>
        </p:nvSpPr>
        <p:spPr>
          <a:xfrm>
            <a:off x="6417734" y="2595385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FF0000"/>
                </a:solidFill>
              </a:rPr>
              <a:t>RED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Fuori soglia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C6E76-F9EE-C9F8-25E3-23103B2F6E10}"/>
              </a:ext>
            </a:extLst>
          </p:cNvPr>
          <p:cNvSpPr/>
          <p:nvPr/>
        </p:nvSpPr>
        <p:spPr>
          <a:xfrm>
            <a:off x="6417734" y="3565470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BCB800"/>
                </a:solidFill>
              </a:rPr>
              <a:t>YELLOW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da attenzionare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42F298-5A55-5336-4227-190F9E45475B}"/>
              </a:ext>
            </a:extLst>
          </p:cNvPr>
          <p:cNvSpPr/>
          <p:nvPr/>
        </p:nvSpPr>
        <p:spPr>
          <a:xfrm>
            <a:off x="6417734" y="4527848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00B050"/>
                </a:solidFill>
              </a:rPr>
              <a:t>GREEN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299236-1555-6098-7F3F-9D30F3160AE5}"/>
              </a:ext>
            </a:extLst>
          </p:cNvPr>
          <p:cNvSpPr/>
          <p:nvPr/>
        </p:nvSpPr>
        <p:spPr>
          <a:xfrm>
            <a:off x="9218084" y="1629153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FF0000"/>
                </a:solidFill>
              </a:rPr>
              <a:t>RED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Fuori soglia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03DF44-481E-05C1-0DD3-6D16A0DBD73C}"/>
              </a:ext>
            </a:extLst>
          </p:cNvPr>
          <p:cNvSpPr/>
          <p:nvPr/>
        </p:nvSpPr>
        <p:spPr>
          <a:xfrm>
            <a:off x="9218084" y="2597311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BCB800"/>
                </a:solidFill>
              </a:rPr>
              <a:t>YELLOW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da attenzionare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37BC8-3EDB-D144-0E9B-33B94698C683}"/>
              </a:ext>
            </a:extLst>
          </p:cNvPr>
          <p:cNvSpPr/>
          <p:nvPr/>
        </p:nvSpPr>
        <p:spPr>
          <a:xfrm>
            <a:off x="9218084" y="3565470"/>
            <a:ext cx="1944000" cy="82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>
                <a:solidFill>
                  <a:srgbClr val="00B050"/>
                </a:solidFill>
              </a:rPr>
              <a:t>GREEN</a:t>
            </a:r>
            <a:br>
              <a:rPr lang="it-IT">
                <a:solidFill>
                  <a:sysClr val="windowText" lastClr="000000"/>
                </a:solidFill>
              </a:rPr>
            </a:br>
            <a:r>
              <a:rPr lang="it-IT">
                <a:solidFill>
                  <a:sysClr val="windowText" lastClr="000000"/>
                </a:solidFill>
              </a:rPr>
              <a:t>Monitoraggio OK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5CC3FD-ED7B-D67A-99A9-E0E647AE23B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761034" y="3479013"/>
            <a:ext cx="856350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429EB1B-793E-CCEA-DFEF-D20B473D566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561384" y="2043153"/>
            <a:ext cx="856350" cy="1435860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5F79AFD-8F72-F664-16FB-79CB8B8D951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5561384" y="3479013"/>
            <a:ext cx="856350" cy="1462835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1CBE6EA-592B-F122-B0D6-3CE694FDB4D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561384" y="3479013"/>
            <a:ext cx="856350" cy="500457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6DDAB69-0EAC-1EEA-16E3-94442FD72DA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5561384" y="3009385"/>
            <a:ext cx="856350" cy="469628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6B2AE7F-912E-1BAB-4A17-A84205E6BF6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8361734" y="2043153"/>
            <a:ext cx="856350" cy="12700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047A5F6-7782-7122-83E2-0455E50D052F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8361734" y="2043153"/>
            <a:ext cx="856350" cy="968158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5F9B9F3-4DDE-3096-152A-C5556253B93D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8361734" y="2043153"/>
            <a:ext cx="856350" cy="1936317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ABC6E688-5604-CB1E-A179-402C978ACA12}"/>
              </a:ext>
            </a:extLst>
          </p:cNvPr>
          <p:cNvSpPr/>
          <p:nvPr/>
        </p:nvSpPr>
        <p:spPr>
          <a:xfrm>
            <a:off x="637117" y="2878748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Start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583E5FC-1A0F-0C47-3D72-52B3E6D754BB}"/>
              </a:ext>
            </a:extLst>
          </p:cNvPr>
          <p:cNvSpPr/>
          <p:nvPr/>
        </p:nvSpPr>
        <p:spPr>
          <a:xfrm>
            <a:off x="10949517" y="2490583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CDA134E-B0D8-4A09-E179-FE72FC9F64B7}"/>
              </a:ext>
            </a:extLst>
          </p:cNvPr>
          <p:cNvSpPr/>
          <p:nvPr/>
        </p:nvSpPr>
        <p:spPr>
          <a:xfrm>
            <a:off x="10949517" y="1502153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1BD736D-F01F-6F70-982E-364C5634A1B5}"/>
              </a:ext>
            </a:extLst>
          </p:cNvPr>
          <p:cNvSpPr/>
          <p:nvPr/>
        </p:nvSpPr>
        <p:spPr>
          <a:xfrm>
            <a:off x="10949517" y="3479013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95E3277B-46F1-07E9-5DB0-AB85C0ECB521}"/>
              </a:ext>
            </a:extLst>
          </p:cNvPr>
          <p:cNvSpPr/>
          <p:nvPr/>
        </p:nvSpPr>
        <p:spPr>
          <a:xfrm>
            <a:off x="8049684" y="3479013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5C14539-8878-BAC5-54DC-4E9A605FAA76}"/>
              </a:ext>
            </a:extLst>
          </p:cNvPr>
          <p:cNvSpPr/>
          <p:nvPr/>
        </p:nvSpPr>
        <p:spPr>
          <a:xfrm>
            <a:off x="8049684" y="2490583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CC4925B-97D3-DFF1-2192-8834F69D6685}"/>
              </a:ext>
            </a:extLst>
          </p:cNvPr>
          <p:cNvSpPr/>
          <p:nvPr/>
        </p:nvSpPr>
        <p:spPr>
          <a:xfrm>
            <a:off x="8049684" y="4447172"/>
            <a:ext cx="605367" cy="25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12652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D7EA-D73D-9989-142A-BFE1A88F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0E4A72-B1E1-CA99-8C2D-8B7A1C3DF2C6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97962E-AAE9-9588-4718-8D5F848C81FE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267D2-0504-CE9B-4257-9AFDA24A8A07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85E876-63D5-EE51-2AC2-B5A2B8AA1403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73C9BD9-2C88-7F9D-C81F-28D43B655334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701983-9395-C35C-49B0-14210CF23B02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14521D-A244-D0C6-4836-B398F30A2D8E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11D4659-0AF2-B727-A59C-A7E0F3B84C1E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F2D79A-D1B7-4792-7321-65C592D147E4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4A6D466C-8B4F-28A4-DD6B-BA33A629385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7ADBE1A5-A934-15A5-2E14-1ED1468B869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7A96B87-B71C-2AAF-AFC6-772AD6281D8E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88A392-C3A8-8E92-ED59-B2349410AEFD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C057E68-E5DB-E9A8-23A4-637A62105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92E9A9-7014-0038-29B2-AE02489032B3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5285A2-485F-A011-7879-18E19A574B68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953E85C-D039-E4C1-0FFE-53F206BFB04D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65552E6D-5FFD-EF72-AC1F-7D485EF96AF6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0AD142A-7A2B-7A73-428F-DF29680924E7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489A5D5B-EA4D-BAAF-AAE6-C0C9EB8E18AA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907FFB3-27B3-C72D-B036-D7D3EB303016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0D180-6DB7-1E01-A592-68C21437EBE0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73BAEE-AFE2-1DCA-8571-B940177D86C8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6054C7-CF67-D123-B956-0B93ABDC65E3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469CD-F067-8C36-9B77-C81A1DF9CF66}"/>
              </a:ext>
            </a:extLst>
          </p:cNvPr>
          <p:cNvSpPr/>
          <p:nvPr/>
        </p:nvSpPr>
        <p:spPr>
          <a:xfrm>
            <a:off x="1440009" y="2147082"/>
            <a:ext cx="1655559" cy="939214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5AFC9971-E927-5ADD-9F08-8542AFF9CB4D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13AFE0-3EC7-00CD-84F4-98BC0F9ED4C5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F167C-C182-AE18-EE75-B1A5432D6277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F5BB0C-243F-F993-89F0-00B81DFC6CF7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D6A500C6-2D2A-111D-B554-5886E2500553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328D57-38AF-C8E7-C477-F578D0E222E1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3BD7C2-9C58-6C62-B0B3-3E3425F95F24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04DABC-3C93-C23F-9741-ED1407E12C2C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98449-DA7B-DFA1-2DC2-0C8117C6A38E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4B1B8E2-9067-D6FD-9767-355D67511BF1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637EB8A3-EA91-BFA9-3356-C537947B6EF5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CCC1A31-D817-4841-D20E-99BAEF4E0F80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89E8789-0DD0-F48B-C4AC-CE5209F2F9E4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0511833-DB12-4646-FD4C-36E999B44022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DF3D72B-B681-DAFE-83F8-948C2E928B06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BA0C0C9-89F5-4E44-56BD-6B3203BB6E2F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22694FF-AAD4-3E93-7A20-E79632440470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A19802C-401B-C596-D651-71358315E6B7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F86777B-E7C5-3BB0-4A43-7635FC2325A3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C26FD87-EA95-CE2F-077B-78617B673EE9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: Top Corners Rounded 83">
            <a:extLst>
              <a:ext uri="{FF2B5EF4-FFF2-40B4-BE49-F238E27FC236}">
                <a16:creationId xmlns:a16="http://schemas.microsoft.com/office/drawing/2014/main" id="{8FC937D3-25BC-A76A-BF55-419DEDEB0CCD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4F7CC54-1348-9D4A-3DED-E80DA85C403C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7" name="Rectangle: Top Corners Rounded 86">
            <a:extLst>
              <a:ext uri="{FF2B5EF4-FFF2-40B4-BE49-F238E27FC236}">
                <a16:creationId xmlns:a16="http://schemas.microsoft.com/office/drawing/2014/main" id="{EDA1ADEF-E470-03A1-314B-28A1F687B544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983405A-3527-6322-B998-1CFEBB258F12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3DD89E9C-59F6-AF5F-5475-87C3425BD8C1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2434A54-905B-3105-5F32-1E46AC1D080F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1" name="Rectangle: Top Corners Rounded 90">
            <a:extLst>
              <a:ext uri="{FF2B5EF4-FFF2-40B4-BE49-F238E27FC236}">
                <a16:creationId xmlns:a16="http://schemas.microsoft.com/office/drawing/2014/main" id="{7216577A-661D-A17A-970F-7BEC0FB7EB1D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B5F92C8-4B72-D61B-7F9D-E96A2C736700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49FCC98-BA9A-211D-FAC7-CF10A1D5E407}"/>
              </a:ext>
            </a:extLst>
          </p:cNvPr>
          <p:cNvSpPr/>
          <p:nvPr/>
        </p:nvSpPr>
        <p:spPr>
          <a:xfrm>
            <a:off x="10232406" y="3400114"/>
            <a:ext cx="1199674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Accedi alla sezione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E23EAD7-C3F1-30E3-49F8-3EF5944ABFAE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5BD1EF8-9F4B-D7CB-A025-13241930BEF6}"/>
              </a:ext>
            </a:extLst>
          </p:cNvPr>
          <p:cNvSpPr/>
          <p:nvPr/>
        </p:nvSpPr>
        <p:spPr>
          <a:xfrm>
            <a:off x="6168499" y="2122184"/>
            <a:ext cx="5379273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4" name="Rectangle: Top Corners Rounded 103">
            <a:extLst>
              <a:ext uri="{FF2B5EF4-FFF2-40B4-BE49-F238E27FC236}">
                <a16:creationId xmlns:a16="http://schemas.microsoft.com/office/drawing/2014/main" id="{EA8C82D6-C8AF-84B1-31CA-CFB3F251D799}"/>
              </a:ext>
            </a:extLst>
          </p:cNvPr>
          <p:cNvSpPr/>
          <p:nvPr/>
        </p:nvSpPr>
        <p:spPr>
          <a:xfrm>
            <a:off x="6166853" y="2125095"/>
            <a:ext cx="5379273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49A08CF-FFFD-1EB1-26FB-B6D3BAF58750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6840104-B17D-A3E6-1FBD-F8EFEA84B5E8}"/>
              </a:ext>
            </a:extLst>
          </p:cNvPr>
          <p:cNvSpPr>
            <a:spLocks/>
          </p:cNvSpPr>
          <p:nvPr/>
        </p:nvSpPr>
        <p:spPr>
          <a:xfrm>
            <a:off x="6233641" y="2819270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073D92B-0E25-2901-ADDA-0684C794F5F3}"/>
              </a:ext>
            </a:extLst>
          </p:cNvPr>
          <p:cNvSpPr>
            <a:spLocks/>
          </p:cNvSpPr>
          <p:nvPr/>
        </p:nvSpPr>
        <p:spPr>
          <a:xfrm>
            <a:off x="7399423" y="2819270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attesa Documentazione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F017F23-FBA2-029F-44E5-2112C6CE656B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ED03F21-92D5-D7D8-1507-1C60207EDA67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INCARICO A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B1DBC5E-12C8-05BF-7F5F-84F9C2550E92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Banca</a:t>
              </a: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A26FC51-0C1D-DB39-B1B7-2B98D34C1281}"/>
              </a:ext>
            </a:extLst>
          </p:cNvPr>
          <p:cNvSpPr/>
          <p:nvPr/>
        </p:nvSpPr>
        <p:spPr>
          <a:xfrm>
            <a:off x="6925328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</a:t>
            </a:r>
            <a:r>
              <a:rPr lang="it-IT" sz="9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82800EA-4554-5CD4-5E96-F59EC5C7D115}"/>
              </a:ext>
            </a:extLst>
          </p:cNvPr>
          <p:cNvSpPr>
            <a:spLocks/>
          </p:cNvSpPr>
          <p:nvPr/>
        </p:nvSpPr>
        <p:spPr>
          <a:xfrm>
            <a:off x="6235727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5C47C76-D4C5-7DE4-A7F4-ED89EEC9AE6D}"/>
              </a:ext>
            </a:extLst>
          </p:cNvPr>
          <p:cNvSpPr>
            <a:spLocks/>
          </p:cNvSpPr>
          <p:nvPr/>
        </p:nvSpPr>
        <p:spPr>
          <a:xfrm>
            <a:off x="7105728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FBD12D3-6337-8D6F-4130-44189A72BA3A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7E55D4-0815-4893-5AA9-6AFC13F03A68}"/>
              </a:ext>
            </a:extLst>
          </p:cNvPr>
          <p:cNvSpPr/>
          <p:nvPr/>
        </p:nvSpPr>
        <p:spPr>
          <a:xfrm>
            <a:off x="8441141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da Lavorare: </a:t>
            </a:r>
            <a:r>
              <a:rPr lang="it-IT" sz="900" b="1">
                <a:solidFill>
                  <a:schemeClr val="tx1"/>
                </a:solidFill>
              </a:rPr>
              <a:t>0</a:t>
            </a:r>
          </a:p>
        </p:txBody>
      </p:sp>
      <p:graphicFrame>
        <p:nvGraphicFramePr>
          <p:cNvPr id="126" name="Table 125">
            <a:extLst>
              <a:ext uri="{FF2B5EF4-FFF2-40B4-BE49-F238E27FC236}">
                <a16:creationId xmlns:a16="http://schemas.microsoft.com/office/drawing/2014/main" id="{7800095F-E2EF-7783-6569-1C058BEC8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62152"/>
              </p:ext>
            </p:extLst>
          </p:nvPr>
        </p:nvGraphicFramePr>
        <p:xfrm>
          <a:off x="1439978" y="4057782"/>
          <a:ext cx="10107757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8887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323326784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</a:tblGrid>
              <a:tr h="14611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1176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127" name="Rectangle 126">
            <a:extLst>
              <a:ext uri="{FF2B5EF4-FFF2-40B4-BE49-F238E27FC236}">
                <a16:creationId xmlns:a16="http://schemas.microsoft.com/office/drawing/2014/main" id="{71BB352D-DE7E-08CB-A36C-AD400755FEDA}"/>
              </a:ext>
            </a:extLst>
          </p:cNvPr>
          <p:cNvSpPr/>
          <p:nvPr/>
        </p:nvSpPr>
        <p:spPr>
          <a:xfrm>
            <a:off x="1440009" y="382059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968C722-F7BD-3881-5A29-E9C8F8BA364E}"/>
              </a:ext>
            </a:extLst>
          </p:cNvPr>
          <p:cNvSpPr/>
          <p:nvPr/>
        </p:nvSpPr>
        <p:spPr>
          <a:xfrm>
            <a:off x="1440009" y="4930424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129" name="Table 128">
            <a:extLst>
              <a:ext uri="{FF2B5EF4-FFF2-40B4-BE49-F238E27FC236}">
                <a16:creationId xmlns:a16="http://schemas.microsoft.com/office/drawing/2014/main" id="{F05D0BE7-A47E-DAE2-E2DB-9641D5D96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435602"/>
              </p:ext>
            </p:extLst>
          </p:nvPr>
        </p:nvGraphicFramePr>
        <p:xfrm>
          <a:off x="1432120" y="5145103"/>
          <a:ext cx="10115655" cy="8879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9605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875889606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</a:tblGrid>
              <a:tr h="340068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43075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11180F-3DF0-FDEC-C223-B611A61ECBE9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18A89C-07DF-B73E-23A0-F406FE60F139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D88436-59CB-9FF2-8356-109B88A3FF92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97870113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1051-9A60-1DF7-0D14-CF440536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F4F03C-B563-0E90-2DA3-402C0C7F887D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63770E-4065-99A1-AD89-EC393CC78D17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B9CA95-782F-5041-C1D5-5E19E2CD37BF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829C9D-69E0-658D-BD0B-3FE88AFC18B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89537F7-0AF5-BBFA-2990-47D2B47DDAD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FC30A1-D2FF-4B0C-6558-B50F5103F963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B9043D7-CAB8-96F3-8E86-842E43DDAF82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6AC5B5-CA75-4B45-CAC5-1B9565D95988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FCCC79-A0C7-D598-CF56-81CF7B9CB1C8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F1A08624-BE68-C5AD-74D2-EB3DB70DDFD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391E5235-93F0-8F02-4AAC-21A072CD102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9097875-3E58-6E47-DFEB-0F197EAB3A4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AA79A6-ACD4-8D09-3B88-6A80FD58B969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7CA7EFD-4B21-1A2F-3EA1-D55A2C531D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90DA76-DD2C-6806-7270-3667AA51547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FFCF22-EB7A-D15F-636C-3E1CFFDC9418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5B9F4BC-9C5B-353C-580B-38EF89E6B410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6AF7893-C06F-5716-6E0E-026832BCFCAE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C258F8F-25DC-3915-2DD3-BFF3E6D00325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C44F8BF-DEC5-A94B-9532-A5A6AEDEBAC3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9657545-4E44-F97C-2621-416E65F852D6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54504-848E-B884-55B6-3105A6899974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94B9F-E6D0-4904-90F4-165838CD892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6C25F-7868-F9E6-0E11-36104BC486C8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0C5570-49AA-6F03-7B43-884CDEBAD2B6}"/>
              </a:ext>
            </a:extLst>
          </p:cNvPr>
          <p:cNvSpPr/>
          <p:nvPr/>
        </p:nvSpPr>
        <p:spPr>
          <a:xfrm>
            <a:off x="1440009" y="2147082"/>
            <a:ext cx="1655559" cy="942708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3FD2CE76-00CA-4D39-E393-C922C765157D}"/>
              </a:ext>
            </a:extLst>
          </p:cNvPr>
          <p:cNvSpPr/>
          <p:nvPr/>
        </p:nvSpPr>
        <p:spPr>
          <a:xfrm>
            <a:off x="1423897" y="2122408"/>
            <a:ext cx="1701031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A9315A-3A19-42D3-3B6B-D9A83B62C5E4}"/>
              </a:ext>
            </a:extLst>
          </p:cNvPr>
          <p:cNvSpPr/>
          <p:nvPr/>
        </p:nvSpPr>
        <p:spPr>
          <a:xfrm>
            <a:off x="1604912" y="2165977"/>
            <a:ext cx="1571648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Totale Covenant Monitorati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7912D-B563-FD83-4AB0-ED368E7C18B3}"/>
              </a:ext>
            </a:extLst>
          </p:cNvPr>
          <p:cNvSpPr/>
          <p:nvPr/>
        </p:nvSpPr>
        <p:spPr>
          <a:xfrm>
            <a:off x="2080360" y="2641941"/>
            <a:ext cx="28846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D43987-9139-915C-12AF-1E7D29CB54DC}"/>
              </a:ext>
            </a:extLst>
          </p:cNvPr>
          <p:cNvSpPr/>
          <p:nvPr/>
        </p:nvSpPr>
        <p:spPr>
          <a:xfrm>
            <a:off x="3042301" y="2122184"/>
            <a:ext cx="2924162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39D41D64-6749-A211-AE52-F18EBF205112}"/>
              </a:ext>
            </a:extLst>
          </p:cNvPr>
          <p:cNvSpPr/>
          <p:nvPr/>
        </p:nvSpPr>
        <p:spPr>
          <a:xfrm>
            <a:off x="3042296" y="2125095"/>
            <a:ext cx="2924167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E2B3B0-1F9D-0C0A-5F3A-727A5AAE221B}"/>
              </a:ext>
            </a:extLst>
          </p:cNvPr>
          <p:cNvSpPr/>
          <p:nvPr/>
        </p:nvSpPr>
        <p:spPr>
          <a:xfrm>
            <a:off x="3378596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scadenze della pratica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445929C-5C99-2AD1-2D8B-6E71DE9EC8EE}"/>
              </a:ext>
            </a:extLst>
          </p:cNvPr>
          <p:cNvSpPr/>
          <p:nvPr/>
        </p:nvSpPr>
        <p:spPr>
          <a:xfrm>
            <a:off x="3377916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</a:rPr>
              <a:t>3</a:t>
            </a:r>
            <a:endParaRPr lang="it-IT" sz="2000" b="1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6215692-1AD6-B539-E22B-0C2D6B7D36FD}"/>
              </a:ext>
            </a:extLst>
          </p:cNvPr>
          <p:cNvGrpSpPr/>
          <p:nvPr/>
        </p:nvGrpSpPr>
        <p:grpSpPr>
          <a:xfrm>
            <a:off x="3248840" y="2482551"/>
            <a:ext cx="534769" cy="267093"/>
            <a:chOff x="3118488" y="1880255"/>
            <a:chExt cx="971223" cy="2232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B2F9074-0D81-F0F8-7392-96133DA651E0}"/>
                </a:ext>
              </a:extLst>
            </p:cNvPr>
            <p:cNvSpPr/>
            <p:nvPr/>
          </p:nvSpPr>
          <p:spPr>
            <a:xfrm>
              <a:off x="3118488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chemeClr val="accent6">
                      <a:lumMod val="75000"/>
                    </a:schemeClr>
                  </a:solidFill>
                </a:rPr>
                <a:t>●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66EB88B-1CFA-CEBB-F9E8-075B44615843}"/>
                </a:ext>
              </a:extLst>
            </p:cNvPr>
            <p:cNvSpPr/>
            <p:nvPr/>
          </p:nvSpPr>
          <p:spPr>
            <a:xfrm>
              <a:off x="3396607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Ok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599618B2-4795-C040-6457-789DBD264E05}"/>
              </a:ext>
            </a:extLst>
          </p:cNvPr>
          <p:cNvSpPr/>
          <p:nvPr/>
        </p:nvSpPr>
        <p:spPr>
          <a:xfrm>
            <a:off x="434806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2DFB42E-F577-F6A7-0C8C-71FE05DEF779}"/>
              </a:ext>
            </a:extLst>
          </p:cNvPr>
          <p:cNvGrpSpPr/>
          <p:nvPr/>
        </p:nvGrpSpPr>
        <p:grpSpPr>
          <a:xfrm>
            <a:off x="4221477" y="2482551"/>
            <a:ext cx="723863" cy="267093"/>
            <a:chOff x="4700669" y="1880255"/>
            <a:chExt cx="1314647" cy="2232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20F9373-4D55-0F63-3671-634693DDA5D8}"/>
                </a:ext>
              </a:extLst>
            </p:cNvPr>
            <p:cNvSpPr/>
            <p:nvPr/>
          </p:nvSpPr>
          <p:spPr>
            <a:xfrm>
              <a:off x="4700669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FFC000"/>
                  </a:solidFill>
                </a:rPr>
                <a:t>●</a:t>
              </a:r>
              <a:endParaRPr lang="it-IT" sz="2000" b="1">
                <a:solidFill>
                  <a:srgbClr val="FFC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FE8A66F-7119-4D5B-D507-7F2DA83BC1F0}"/>
                </a:ext>
              </a:extLst>
            </p:cNvPr>
            <p:cNvSpPr/>
            <p:nvPr/>
          </p:nvSpPr>
          <p:spPr>
            <a:xfrm>
              <a:off x="4969748" y="1880255"/>
              <a:ext cx="1045568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In Scadenza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AB5F3745-3254-A8F3-060C-A3E4426CDAAE}"/>
              </a:ext>
            </a:extLst>
          </p:cNvPr>
          <p:cNvSpPr/>
          <p:nvPr/>
        </p:nvSpPr>
        <p:spPr>
          <a:xfrm>
            <a:off x="5317594" y="2803079"/>
            <a:ext cx="276617" cy="266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C019550-44D4-78D6-8230-762E743BD63E}"/>
              </a:ext>
            </a:extLst>
          </p:cNvPr>
          <p:cNvGrpSpPr/>
          <p:nvPr/>
        </p:nvGrpSpPr>
        <p:grpSpPr>
          <a:xfrm>
            <a:off x="5189140" y="2482551"/>
            <a:ext cx="533525" cy="267093"/>
            <a:chOff x="5942506" y="1880255"/>
            <a:chExt cx="968963" cy="2232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8E38893-01B1-2F43-3480-96EEF276D71A}"/>
                </a:ext>
              </a:extLst>
            </p:cNvPr>
            <p:cNvSpPr/>
            <p:nvPr/>
          </p:nvSpPr>
          <p:spPr>
            <a:xfrm>
              <a:off x="5942506" y="1880255"/>
              <a:ext cx="274641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>
                  <a:solidFill>
                    <a:srgbClr val="C00000"/>
                  </a:solidFill>
                </a:rPr>
                <a:t>●</a:t>
              </a:r>
              <a:endParaRPr lang="it-IT" sz="2000" b="1">
                <a:solidFill>
                  <a:srgbClr val="C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C935B9B-CE3C-5C3D-6BDC-4B63BF84AB0E}"/>
                </a:ext>
              </a:extLst>
            </p:cNvPr>
            <p:cNvSpPr/>
            <p:nvPr/>
          </p:nvSpPr>
          <p:spPr>
            <a:xfrm>
              <a:off x="6218365" y="1880255"/>
              <a:ext cx="693104" cy="22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800">
                  <a:solidFill>
                    <a:schemeClr val="tx1"/>
                  </a:solidFill>
                </a:rPr>
                <a:t>Scaduti</a:t>
              </a:r>
              <a:endParaRPr lang="it-IT" sz="2400">
                <a:solidFill>
                  <a:schemeClr val="tx1"/>
                </a:solidFill>
              </a:endParaRPr>
            </a:p>
          </p:txBody>
        </p: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7FF2267-34A5-DFD1-D3C0-451EC2D04F42}"/>
              </a:ext>
            </a:extLst>
          </p:cNvPr>
          <p:cNvCxnSpPr/>
          <p:nvPr/>
        </p:nvCxnSpPr>
        <p:spPr>
          <a:xfrm>
            <a:off x="4027413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1762B5F-BA3C-2593-3F7A-453216C2007F}"/>
              </a:ext>
            </a:extLst>
          </p:cNvPr>
          <p:cNvCxnSpPr/>
          <p:nvPr/>
        </p:nvCxnSpPr>
        <p:spPr>
          <a:xfrm>
            <a:off x="4995074" y="2557280"/>
            <a:ext cx="0" cy="4032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: Top Corners Rounded 83">
            <a:extLst>
              <a:ext uri="{FF2B5EF4-FFF2-40B4-BE49-F238E27FC236}">
                <a16:creationId xmlns:a16="http://schemas.microsoft.com/office/drawing/2014/main" id="{869C3773-97C6-C2B3-20F6-B46AE0260C92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AA09645-D18C-9C9E-2DAC-FBA2BF808EEE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7" name="Rectangle: Top Corners Rounded 86">
            <a:extLst>
              <a:ext uri="{FF2B5EF4-FFF2-40B4-BE49-F238E27FC236}">
                <a16:creationId xmlns:a16="http://schemas.microsoft.com/office/drawing/2014/main" id="{54CEDE69-EB0B-B196-DCFC-0B741098BCD7}"/>
              </a:ext>
            </a:extLst>
          </p:cNvPr>
          <p:cNvSpPr/>
          <p:nvPr/>
        </p:nvSpPr>
        <p:spPr>
          <a:xfrm>
            <a:off x="1440009" y="3331038"/>
            <a:ext cx="538725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732DA7-009F-474F-F3B4-891FD60C220A}"/>
              </a:ext>
            </a:extLst>
          </p:cNvPr>
          <p:cNvSpPr/>
          <p:nvPr/>
        </p:nvSpPr>
        <p:spPr>
          <a:xfrm>
            <a:off x="1521430" y="3379156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file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ACF81170-68FE-FD31-46F9-1A51E9F5F3D4}"/>
              </a:ext>
            </a:extLst>
          </p:cNvPr>
          <p:cNvSpPr/>
          <p:nvPr/>
        </p:nvSpPr>
        <p:spPr>
          <a:xfrm>
            <a:off x="1440010" y="3338484"/>
            <a:ext cx="5387257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0CFBC8B-1E7B-52D4-934A-23E91DB35634}"/>
              </a:ext>
            </a:extLst>
          </p:cNvPr>
          <p:cNvSpPr/>
          <p:nvPr/>
        </p:nvSpPr>
        <p:spPr>
          <a:xfrm>
            <a:off x="1521430" y="3382053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Prossimo monitoraggio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1" name="Rectangle: Top Corners Rounded 90">
            <a:extLst>
              <a:ext uri="{FF2B5EF4-FFF2-40B4-BE49-F238E27FC236}">
                <a16:creationId xmlns:a16="http://schemas.microsoft.com/office/drawing/2014/main" id="{1820D23D-7606-465D-A9D5-74FC4FF2116E}"/>
              </a:ext>
            </a:extLst>
          </p:cNvPr>
          <p:cNvSpPr/>
          <p:nvPr/>
        </p:nvSpPr>
        <p:spPr>
          <a:xfrm>
            <a:off x="1440009" y="3331038"/>
            <a:ext cx="10107763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175FDE1-AB97-00B2-689B-BBA7FD9404D0}"/>
              </a:ext>
            </a:extLst>
          </p:cNvPr>
          <p:cNvSpPr/>
          <p:nvPr/>
        </p:nvSpPr>
        <p:spPr>
          <a:xfrm>
            <a:off x="1521429" y="3379156"/>
            <a:ext cx="2160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Caricamento Compliance Certificate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CB5689C-F13A-7524-B281-1268B03373EC}"/>
              </a:ext>
            </a:extLst>
          </p:cNvPr>
          <p:cNvSpPr/>
          <p:nvPr/>
        </p:nvSpPr>
        <p:spPr>
          <a:xfrm>
            <a:off x="10232406" y="3400114"/>
            <a:ext cx="1199674" cy="176691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Accedi alla sezione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58F0DE4-5F71-DAB3-092F-03269B72A11D}"/>
              </a:ext>
            </a:extLst>
          </p:cNvPr>
          <p:cNvCxnSpPr/>
          <p:nvPr/>
        </p:nvCxnSpPr>
        <p:spPr>
          <a:xfrm>
            <a:off x="3681429" y="348437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E9BE417-7634-F02B-ED71-3EEFAD6EEA54}"/>
              </a:ext>
            </a:extLst>
          </p:cNvPr>
          <p:cNvSpPr/>
          <p:nvPr/>
        </p:nvSpPr>
        <p:spPr>
          <a:xfrm>
            <a:off x="6168499" y="2122184"/>
            <a:ext cx="5379273" cy="96411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4" name="Rectangle: Top Corners Rounded 103">
            <a:extLst>
              <a:ext uri="{FF2B5EF4-FFF2-40B4-BE49-F238E27FC236}">
                <a16:creationId xmlns:a16="http://schemas.microsoft.com/office/drawing/2014/main" id="{F6F3D514-76A4-7A81-8914-76EE189CBA5C}"/>
              </a:ext>
            </a:extLst>
          </p:cNvPr>
          <p:cNvSpPr/>
          <p:nvPr/>
        </p:nvSpPr>
        <p:spPr>
          <a:xfrm>
            <a:off x="6166853" y="2125095"/>
            <a:ext cx="5379273" cy="291731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9BDD45A-9E8C-4F03-96BF-0C0813963EBF}"/>
              </a:ext>
            </a:extLst>
          </p:cNvPr>
          <p:cNvSpPr/>
          <p:nvPr/>
        </p:nvSpPr>
        <p:spPr>
          <a:xfrm>
            <a:off x="7684950" y="2148521"/>
            <a:ext cx="2219166" cy="2448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 err="1">
                <a:solidFill>
                  <a:schemeClr val="tx1"/>
                </a:solidFill>
              </a:rPr>
              <a:t>Overview</a:t>
            </a:r>
            <a:r>
              <a:rPr lang="it-IT" sz="900" b="1">
                <a:solidFill>
                  <a:schemeClr val="tx1"/>
                </a:solidFill>
              </a:rPr>
              <a:t> Avanzamento Sezione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BFA68B-3189-6BD4-6950-0A3B985F7664}"/>
              </a:ext>
            </a:extLst>
          </p:cNvPr>
          <p:cNvSpPr>
            <a:spLocks/>
          </p:cNvSpPr>
          <p:nvPr/>
        </p:nvSpPr>
        <p:spPr>
          <a:xfrm>
            <a:off x="6257945" y="283649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LAVORAZIONE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4F8707C-C512-7CB9-2E7E-84DCB857FB90}"/>
              </a:ext>
            </a:extLst>
          </p:cNvPr>
          <p:cNvSpPr>
            <a:spLocks/>
          </p:cNvSpPr>
          <p:nvPr/>
        </p:nvSpPr>
        <p:spPr>
          <a:xfrm>
            <a:off x="7423727" y="283649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ysClr val="windowText" lastClr="000000"/>
                </a:solidFill>
              </a:rPr>
              <a:t>In attesa di conferma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01C981A-9ECA-87EF-1526-E606387C81FA}"/>
              </a:ext>
            </a:extLst>
          </p:cNvPr>
          <p:cNvGrpSpPr/>
          <p:nvPr/>
        </p:nvGrpSpPr>
        <p:grpSpPr>
          <a:xfrm>
            <a:off x="8702905" y="2477861"/>
            <a:ext cx="2637030" cy="173286"/>
            <a:chOff x="9337348" y="1463790"/>
            <a:chExt cx="2637030" cy="173286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81040E4-AD7C-46CD-928C-8C2E3E82D6B4}"/>
                </a:ext>
              </a:extLst>
            </p:cNvPr>
            <p:cNvSpPr>
              <a:spLocks/>
            </p:cNvSpPr>
            <p:nvPr/>
          </p:nvSpPr>
          <p:spPr>
            <a:xfrm>
              <a:off x="9337348" y="1463790"/>
              <a:ext cx="1078220" cy="17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bg1">
                      <a:lumMod val="50000"/>
                    </a:schemeClr>
                  </a:solidFill>
                </a:rPr>
                <a:t>INCARICO A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2B45B59-1D97-576C-C87A-B72C9CF47E09}"/>
                </a:ext>
              </a:extLst>
            </p:cNvPr>
            <p:cNvSpPr>
              <a:spLocks/>
            </p:cNvSpPr>
            <p:nvPr/>
          </p:nvSpPr>
          <p:spPr>
            <a:xfrm>
              <a:off x="10534378" y="1475660"/>
              <a:ext cx="1440000" cy="1496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ysClr val="windowText" lastClr="000000"/>
                  </a:solidFill>
                </a:rPr>
                <a:t>Utente Deloitte</a:t>
              </a:r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3FB0B34-B3BA-997E-A422-2048556E90CC}"/>
              </a:ext>
            </a:extLst>
          </p:cNvPr>
          <p:cNvSpPr/>
          <p:nvPr/>
        </p:nvSpPr>
        <p:spPr>
          <a:xfrm>
            <a:off x="6925328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Caricati: 5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54E54E3-F910-E355-7AAC-8117876515A7}"/>
              </a:ext>
            </a:extLst>
          </p:cNvPr>
          <p:cNvSpPr>
            <a:spLocks/>
          </p:cNvSpPr>
          <p:nvPr/>
        </p:nvSpPr>
        <p:spPr>
          <a:xfrm>
            <a:off x="6235727" y="2472855"/>
            <a:ext cx="1188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SEZIONE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1BFE2E9-0AD5-37AF-1220-0781576365BB}"/>
              </a:ext>
            </a:extLst>
          </p:cNvPr>
          <p:cNvSpPr>
            <a:spLocks/>
          </p:cNvSpPr>
          <p:nvPr/>
        </p:nvSpPr>
        <p:spPr>
          <a:xfrm>
            <a:off x="7105728" y="2472855"/>
            <a:ext cx="1476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it-IT" sz="800">
                <a:solidFill>
                  <a:sysClr val="windowText" lastClr="000000"/>
                </a:solidFill>
              </a:rPr>
              <a:t>Covenant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C180716-E7F7-F221-CCF6-70DECB9E3A8E}"/>
              </a:ext>
            </a:extLst>
          </p:cNvPr>
          <p:cNvCxnSpPr>
            <a:cxnSpLocks/>
          </p:cNvCxnSpPr>
          <p:nvPr/>
        </p:nvCxnSpPr>
        <p:spPr>
          <a:xfrm>
            <a:off x="6071793" y="2122184"/>
            <a:ext cx="0" cy="964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FE7470A-6293-FF76-20C1-FC0E22A387F9}"/>
              </a:ext>
            </a:extLst>
          </p:cNvPr>
          <p:cNvSpPr/>
          <p:nvPr/>
        </p:nvSpPr>
        <p:spPr>
          <a:xfrm>
            <a:off x="8441141" y="337915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# Documenti da Lavorare: </a:t>
            </a:r>
            <a:r>
              <a:rPr lang="it-IT" sz="9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211AD6C-6694-B627-66B8-641090A77D9C}"/>
              </a:ext>
            </a:extLst>
          </p:cNvPr>
          <p:cNvSpPr/>
          <p:nvPr/>
        </p:nvSpPr>
        <p:spPr>
          <a:xfrm rot="1011258">
            <a:off x="9735541" y="3118584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9F860C-D84B-678F-4BF3-2C8031802BB7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E079FA-C6DF-FB0F-64C3-A958F9A611F0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16431A-67D9-51F5-5C5B-6F876FC3D4F4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9B2ED2-D569-CCCC-28A5-C4F83D80C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68996"/>
              </p:ext>
            </p:extLst>
          </p:nvPr>
        </p:nvGraphicFramePr>
        <p:xfrm>
          <a:off x="1439978" y="4057782"/>
          <a:ext cx="10107757" cy="822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8887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323326784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773245007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18887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</a:tblGrid>
              <a:tr h="14611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31176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1CEDAD59-ECB4-AA35-BA28-31A730382273}"/>
              </a:ext>
            </a:extLst>
          </p:cNvPr>
          <p:cNvSpPr/>
          <p:nvPr/>
        </p:nvSpPr>
        <p:spPr>
          <a:xfrm>
            <a:off x="1440009" y="382059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689E03-301F-214D-C3D8-29E816064BE7}"/>
              </a:ext>
            </a:extLst>
          </p:cNvPr>
          <p:cNvSpPr/>
          <p:nvPr/>
        </p:nvSpPr>
        <p:spPr>
          <a:xfrm>
            <a:off x="1440009" y="4930424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3F0CC19-BA48-0157-CE53-0E4B57042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20384"/>
              </p:ext>
            </p:extLst>
          </p:nvPr>
        </p:nvGraphicFramePr>
        <p:xfrm>
          <a:off x="1432120" y="5145103"/>
          <a:ext cx="10115655" cy="8879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9605">
                  <a:extLst>
                    <a:ext uri="{9D8B030D-6E8A-4147-A177-3AD203B41FA5}">
                      <a16:colId xmlns:a16="http://schemas.microsoft.com/office/drawing/2014/main" val="3869363779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93307416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875889606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937146656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211480741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51020936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406969273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564804957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3134121501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2248171714"/>
                    </a:ext>
                  </a:extLst>
                </a:gridCol>
                <a:gridCol w="919605">
                  <a:extLst>
                    <a:ext uri="{9D8B030D-6E8A-4147-A177-3AD203B41FA5}">
                      <a16:colId xmlns:a16="http://schemas.microsoft.com/office/drawing/2014/main" val="1741051173"/>
                    </a:ext>
                  </a:extLst>
                </a:gridCol>
              </a:tblGrid>
              <a:tr h="340068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Note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 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78582"/>
                  </a:ext>
                </a:extLst>
              </a:tr>
              <a:tr h="430752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Prat002cov001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Alpha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Prospettico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  <a:endParaRPr lang="it-IT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080395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4411935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E9C7-912E-0486-3915-01724EF9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AAF517-4A06-4CF1-B8C8-4070AC1097F9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670258-EE74-3074-E8E1-5D0C4AE527A6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DAF19D-D861-E5F8-F392-82D09F7DBDAA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944E28-3A76-B382-130A-27820A651568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DF96A67-4A21-4922-FD11-8E824E2CCB6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B6853F-C0AA-A5DC-F715-3CB7D63A69E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08A063-D0FD-A570-14E3-6E84D1D880B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A017F11-EF26-4758-765F-EBF34586672A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FCBE10-1F18-90AC-89E0-853E5E5FBEF8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00EC103D-40F9-4FB3-584B-8B6641E6E7B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E4280F39-2F0B-BBF4-E6B6-9C28426D4DD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443FEBC-BA5E-F7C0-00A3-268D271EF44A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6FBBC9-9885-6586-E39A-AAC2A94CB913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CC33BA-F674-23D4-EC9D-932F23B31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410680-99EA-5280-1434-9DFC8E483C2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1D0E1E-AEAC-86E0-EE97-5F267E08081C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2928F8-4212-23BD-25E9-0FECBF96261F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B7B179-AA62-3C95-37E0-E84503523741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 | Pratica 002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8A3892F-7EC2-5AF6-3022-6563DC9DAACF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8FA6663-9E3A-1639-668F-E3D04B8D5DA3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C4BC0B1-ECC1-94A6-D1FB-D47A92E201A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95C1E0C7-A71D-E1E3-DAC7-AB4B564C663A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2CA803A-D91B-289E-DCC6-8D54E16B3D37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1849B48-4EFD-3162-E7ED-F3CD9E98D560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1F193-6F43-FA4A-1B88-EFD7A3CB31D6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43ECE-1059-6DCA-E2E6-DAD9409FB483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4331A2-E942-CD2C-0519-3CC88299BDE7}"/>
              </a:ext>
            </a:extLst>
          </p:cNvPr>
          <p:cNvSpPr/>
          <p:nvPr/>
        </p:nvSpPr>
        <p:spPr>
          <a:xfrm>
            <a:off x="1427183" y="21099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>
                <a:solidFill>
                  <a:schemeClr val="tx1"/>
                </a:solidFill>
              </a:rPr>
              <a:t>Sezione Compliance Certificate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938A86-72CA-6A2D-6480-B238F7E3DBE9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6961D1-FD19-3FE4-592C-617C8F8AC78A}"/>
              </a:ext>
            </a:extLst>
          </p:cNvPr>
          <p:cNvSpPr/>
          <p:nvPr/>
        </p:nvSpPr>
        <p:spPr>
          <a:xfrm>
            <a:off x="1556004" y="2467051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5</a:t>
            </a:r>
          </a:p>
        </p:txBody>
      </p:sp>
      <p:pic>
        <p:nvPicPr>
          <p:cNvPr id="55" name="Graphic 54" descr="Comment Add outline">
            <a:extLst>
              <a:ext uri="{FF2B5EF4-FFF2-40B4-BE49-F238E27FC236}">
                <a16:creationId xmlns:a16="http://schemas.microsoft.com/office/drawing/2014/main" id="{123CFD1F-8260-E939-86EA-887FAE6E6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554586"/>
            <a:ext cx="165600" cy="16560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C7AAAE9-AD88-717C-9265-7ECCD99A66A0}"/>
              </a:ext>
            </a:extLst>
          </p:cNvPr>
          <p:cNvSpPr/>
          <p:nvPr/>
        </p:nvSpPr>
        <p:spPr>
          <a:xfrm>
            <a:off x="6665300" y="2554586"/>
            <a:ext cx="854697" cy="165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In attesa di conferma</a:t>
            </a:r>
          </a:p>
        </p:txBody>
      </p:sp>
      <p:pic>
        <p:nvPicPr>
          <p:cNvPr id="59" name="Graphic 58" descr="Download outline">
            <a:extLst>
              <a:ext uri="{FF2B5EF4-FFF2-40B4-BE49-F238E27FC236}">
                <a16:creationId xmlns:a16="http://schemas.microsoft.com/office/drawing/2014/main" id="{41047613-8008-7BCF-B75F-49BC440B0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554586"/>
            <a:ext cx="165600" cy="1656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780370-8804-7D07-712F-B142B3973A98}"/>
              </a:ext>
            </a:extLst>
          </p:cNvPr>
          <p:cNvSpPr/>
          <p:nvPr/>
        </p:nvSpPr>
        <p:spPr>
          <a:xfrm>
            <a:off x="2969720" y="2522152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83E451-2E38-DDD6-B15A-EB01FF1A99FC}"/>
              </a:ext>
            </a:extLst>
          </p:cNvPr>
          <p:cNvSpPr/>
          <p:nvPr/>
        </p:nvSpPr>
        <p:spPr>
          <a:xfrm>
            <a:off x="1556004" y="2895257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4</a:t>
            </a:r>
          </a:p>
        </p:txBody>
      </p:sp>
      <p:pic>
        <p:nvPicPr>
          <p:cNvPr id="49" name="Graphic 48" descr="Comment Add outline">
            <a:extLst>
              <a:ext uri="{FF2B5EF4-FFF2-40B4-BE49-F238E27FC236}">
                <a16:creationId xmlns:a16="http://schemas.microsoft.com/office/drawing/2014/main" id="{DA7B66A0-E439-BD27-49FE-BB3DFF456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982792"/>
            <a:ext cx="165600" cy="165600"/>
          </a:xfrm>
          <a:prstGeom prst="rect">
            <a:avLst/>
          </a:prstGeom>
        </p:spPr>
      </p:pic>
      <p:pic>
        <p:nvPicPr>
          <p:cNvPr id="54" name="Graphic 53" descr="Download outline">
            <a:extLst>
              <a:ext uri="{FF2B5EF4-FFF2-40B4-BE49-F238E27FC236}">
                <a16:creationId xmlns:a16="http://schemas.microsoft.com/office/drawing/2014/main" id="{F92DAE54-4CDE-E752-865F-01360A0BA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982792"/>
            <a:ext cx="165600" cy="1656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6003D79-E630-0CA9-B1AD-C4487BA550B9}"/>
              </a:ext>
            </a:extLst>
          </p:cNvPr>
          <p:cNvSpPr/>
          <p:nvPr/>
        </p:nvSpPr>
        <p:spPr>
          <a:xfrm>
            <a:off x="2969720" y="2950358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345EFE-A7CB-0EA7-7B3D-A0AA395BB9D8}"/>
              </a:ext>
            </a:extLst>
          </p:cNvPr>
          <p:cNvSpPr/>
          <p:nvPr/>
        </p:nvSpPr>
        <p:spPr>
          <a:xfrm>
            <a:off x="1556004" y="3336584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3</a:t>
            </a:r>
          </a:p>
        </p:txBody>
      </p:sp>
      <p:pic>
        <p:nvPicPr>
          <p:cNvPr id="64" name="Graphic 63" descr="Comment Add outline">
            <a:extLst>
              <a:ext uri="{FF2B5EF4-FFF2-40B4-BE49-F238E27FC236}">
                <a16:creationId xmlns:a16="http://schemas.microsoft.com/office/drawing/2014/main" id="{2987EF98-9FDE-8970-4BE6-58135D5C2A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424119"/>
            <a:ext cx="165600" cy="165600"/>
          </a:xfrm>
          <a:prstGeom prst="rect">
            <a:avLst/>
          </a:prstGeom>
        </p:spPr>
      </p:pic>
      <p:pic>
        <p:nvPicPr>
          <p:cNvPr id="66" name="Graphic 65" descr="Download outline">
            <a:extLst>
              <a:ext uri="{FF2B5EF4-FFF2-40B4-BE49-F238E27FC236}">
                <a16:creationId xmlns:a16="http://schemas.microsoft.com/office/drawing/2014/main" id="{8B3B1D17-44DB-1571-94DC-D2E951A19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424119"/>
            <a:ext cx="165600" cy="165600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9B0C48F-446B-6AF1-2885-A3755E076E8F}"/>
              </a:ext>
            </a:extLst>
          </p:cNvPr>
          <p:cNvSpPr/>
          <p:nvPr/>
        </p:nvSpPr>
        <p:spPr>
          <a:xfrm>
            <a:off x="2969720" y="3391685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21/03/2024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F3E1FEF-D912-0079-97AE-BBC32E35A0EA}"/>
              </a:ext>
            </a:extLst>
          </p:cNvPr>
          <p:cNvSpPr/>
          <p:nvPr/>
        </p:nvSpPr>
        <p:spPr>
          <a:xfrm>
            <a:off x="1556004" y="3800565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2</a:t>
            </a:r>
          </a:p>
        </p:txBody>
      </p:sp>
      <p:pic>
        <p:nvPicPr>
          <p:cNvPr id="69" name="Graphic 68" descr="Comment Add outline">
            <a:extLst>
              <a:ext uri="{FF2B5EF4-FFF2-40B4-BE49-F238E27FC236}">
                <a16:creationId xmlns:a16="http://schemas.microsoft.com/office/drawing/2014/main" id="{F132F613-32FF-26D5-F06D-704117977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888100"/>
            <a:ext cx="165600" cy="165600"/>
          </a:xfrm>
          <a:prstGeom prst="rect">
            <a:avLst/>
          </a:prstGeom>
        </p:spPr>
      </p:pic>
      <p:pic>
        <p:nvPicPr>
          <p:cNvPr id="74" name="Graphic 73" descr="Download outline">
            <a:extLst>
              <a:ext uri="{FF2B5EF4-FFF2-40B4-BE49-F238E27FC236}">
                <a16:creationId xmlns:a16="http://schemas.microsoft.com/office/drawing/2014/main" id="{B460E72B-E3F3-9057-339B-5AC0EAAD80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888100"/>
            <a:ext cx="165600" cy="16560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AB2B29F-9C03-0698-8FF8-512C3711E997}"/>
              </a:ext>
            </a:extLst>
          </p:cNvPr>
          <p:cNvSpPr/>
          <p:nvPr/>
        </p:nvSpPr>
        <p:spPr>
          <a:xfrm>
            <a:off x="2969720" y="3855666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21/03/2023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13A039A-32D6-64B4-C6A3-BB0279105681}"/>
              </a:ext>
            </a:extLst>
          </p:cNvPr>
          <p:cNvSpPr/>
          <p:nvPr/>
        </p:nvSpPr>
        <p:spPr>
          <a:xfrm>
            <a:off x="1556004" y="427060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1</a:t>
            </a:r>
          </a:p>
        </p:txBody>
      </p:sp>
      <p:pic>
        <p:nvPicPr>
          <p:cNvPr id="77" name="Graphic 76" descr="Comment Add outline">
            <a:extLst>
              <a:ext uri="{FF2B5EF4-FFF2-40B4-BE49-F238E27FC236}">
                <a16:creationId xmlns:a16="http://schemas.microsoft.com/office/drawing/2014/main" id="{1862EC85-419C-80C7-2566-2E97D79289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4358137"/>
            <a:ext cx="165600" cy="165600"/>
          </a:xfrm>
          <a:prstGeom prst="rect">
            <a:avLst/>
          </a:prstGeom>
        </p:spPr>
      </p:pic>
      <p:pic>
        <p:nvPicPr>
          <p:cNvPr id="79" name="Graphic 78" descr="Download outline">
            <a:extLst>
              <a:ext uri="{FF2B5EF4-FFF2-40B4-BE49-F238E27FC236}">
                <a16:creationId xmlns:a16="http://schemas.microsoft.com/office/drawing/2014/main" id="{5C4C112B-7BFE-BD3C-484A-167672EED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4358137"/>
            <a:ext cx="165600" cy="165600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B047EF6-FD5A-0DDB-CAB9-0017B3D439FD}"/>
              </a:ext>
            </a:extLst>
          </p:cNvPr>
          <p:cNvSpPr/>
          <p:nvPr/>
        </p:nvSpPr>
        <p:spPr>
          <a:xfrm>
            <a:off x="2969720" y="4325703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21/03/2022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6086D09-06CA-7215-BA3C-401482F9FA5D}"/>
              </a:ext>
            </a:extLst>
          </p:cNvPr>
          <p:cNvSpPr/>
          <p:nvPr/>
        </p:nvSpPr>
        <p:spPr>
          <a:xfrm rot="1787691">
            <a:off x="8500379" y="2276168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07C6F7-8620-49F5-3CB3-A4B6B8E9C25C}"/>
              </a:ext>
            </a:extLst>
          </p:cNvPr>
          <p:cNvSpPr/>
          <p:nvPr/>
        </p:nvSpPr>
        <p:spPr>
          <a:xfrm>
            <a:off x="5124806" y="2535067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609B3B-1EAB-E8BD-6503-5D772C8B4A14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05CCC8-100C-B545-2E36-52092938A537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5E4E6F-CDA5-D638-922F-C6221A8E59AF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72D87B-20DC-A662-C0FE-126A6D08566F}"/>
              </a:ext>
            </a:extLst>
          </p:cNvPr>
          <p:cNvSpPr/>
          <p:nvPr/>
        </p:nvSpPr>
        <p:spPr>
          <a:xfrm>
            <a:off x="9448551" y="2541672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Rifiuta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1B6F20-AE47-8CFB-C700-70F9688E069B}"/>
              </a:ext>
            </a:extLst>
          </p:cNvPr>
          <p:cNvSpPr/>
          <p:nvPr/>
        </p:nvSpPr>
        <p:spPr>
          <a:xfrm>
            <a:off x="8804340" y="2541676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Conferma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118155-C238-3533-33C7-72AFA13DD337}"/>
              </a:ext>
            </a:extLst>
          </p:cNvPr>
          <p:cNvSpPr/>
          <p:nvPr/>
        </p:nvSpPr>
        <p:spPr>
          <a:xfrm>
            <a:off x="8837033" y="2982792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3E3960B-8D83-C70D-B1BE-CD5418CE889E}"/>
              </a:ext>
            </a:extLst>
          </p:cNvPr>
          <p:cNvSpPr/>
          <p:nvPr/>
        </p:nvSpPr>
        <p:spPr>
          <a:xfrm>
            <a:off x="8837033" y="3424119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D108872-E559-FACB-602D-72EF736969B3}"/>
              </a:ext>
            </a:extLst>
          </p:cNvPr>
          <p:cNvSpPr/>
          <p:nvPr/>
        </p:nvSpPr>
        <p:spPr>
          <a:xfrm>
            <a:off x="8837033" y="3888100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87C4936-DE3B-53A7-A4AA-873E9CC4A74C}"/>
              </a:ext>
            </a:extLst>
          </p:cNvPr>
          <p:cNvSpPr/>
          <p:nvPr/>
        </p:nvSpPr>
        <p:spPr>
          <a:xfrm>
            <a:off x="8837033" y="4358137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483D26A-CA08-033A-641A-41FF3F709C40}"/>
              </a:ext>
            </a:extLst>
          </p:cNvPr>
          <p:cNvSpPr/>
          <p:nvPr/>
        </p:nvSpPr>
        <p:spPr>
          <a:xfrm>
            <a:off x="6739468" y="2982792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CA54347-5583-352D-8FC9-1D2F7EF0A6EB}"/>
              </a:ext>
            </a:extLst>
          </p:cNvPr>
          <p:cNvSpPr/>
          <p:nvPr/>
        </p:nvSpPr>
        <p:spPr>
          <a:xfrm>
            <a:off x="6739468" y="3424119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045285A-1181-55C3-F6E9-1BC30C9F011E}"/>
              </a:ext>
            </a:extLst>
          </p:cNvPr>
          <p:cNvSpPr/>
          <p:nvPr/>
        </p:nvSpPr>
        <p:spPr>
          <a:xfrm>
            <a:off x="6739468" y="3888100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C949C60-7F4F-F9AF-665A-CFA0BCB39281}"/>
              </a:ext>
            </a:extLst>
          </p:cNvPr>
          <p:cNvSpPr/>
          <p:nvPr/>
        </p:nvSpPr>
        <p:spPr>
          <a:xfrm>
            <a:off x="6739468" y="4358137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1762589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908D-1CC0-0B04-9E64-EA15F14E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90471C-4C34-53D3-1DA9-32DF63B5E322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BD99A2-EFDD-86AF-B266-1B2E73D12A7D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3EED7E-1D6E-D843-01BA-46CF090A5129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D6F891-42F3-CB10-FEF8-CBBF15826858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D46C8F5-479C-23C3-B883-F70DE11CFA6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C6039E2-3706-C63D-FAB0-BB7F85E2E092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35EA637-85CA-378B-0459-EDA45CBD51A2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7E991EE-014E-AC00-7824-DF2ED99ECEB1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B293E1-8350-BF4D-7557-80C1F22FA01B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CC766EED-E0CE-E435-0AC0-98E42A6CC70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44ED4CD6-515E-C916-A8C5-D83F6C46C01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754E302-2A26-A12C-D74E-823A6BCFAE5B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EA1B1C-6D70-6874-6A68-49C23CAE9AAC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F0CBD50-8631-989C-E612-91D8CC5FB8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8CC7F2-311C-E754-848F-8D524BE19746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379D0-5CEA-12A7-318D-D2F0D603B6A5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A3B5B4-1A68-CCEB-DA50-939D78D3174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48F178-12B4-1402-99B2-42C1E845AB72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 | Pratica 002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09D311C-D758-8EAE-7A7C-3D1B4490169D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037E3CC-A33F-5CE8-BDAA-A3F40348950D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8C665D65-6EF2-2095-544E-267086A4E466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5A2C38D6-D7A7-73A0-000A-FECC03C1C0E5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9D6A65EF-7DDD-F709-C324-454E74A30F9F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8EC4015-F1A5-B1E7-B0C5-5A00965608F6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F997C0-F066-A2AC-0475-5B6F47E88E12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89C32-7596-29BC-96C2-DE0D235C82B5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E985DC-32CF-DD5E-AA61-E8D45557CB79}"/>
              </a:ext>
            </a:extLst>
          </p:cNvPr>
          <p:cNvSpPr/>
          <p:nvPr/>
        </p:nvSpPr>
        <p:spPr>
          <a:xfrm>
            <a:off x="1427183" y="21099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>
                <a:solidFill>
                  <a:schemeClr val="tx1"/>
                </a:solidFill>
              </a:rPr>
              <a:t>Sezione Compliance Certificate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6C2331-B7A9-CC8B-DD25-5B94267E75ED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D31E14-A648-38E9-702C-322127291915}"/>
              </a:ext>
            </a:extLst>
          </p:cNvPr>
          <p:cNvSpPr/>
          <p:nvPr/>
        </p:nvSpPr>
        <p:spPr>
          <a:xfrm>
            <a:off x="1556004" y="2467051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5</a:t>
            </a:r>
          </a:p>
        </p:txBody>
      </p:sp>
      <p:pic>
        <p:nvPicPr>
          <p:cNvPr id="55" name="Graphic 54" descr="Comment Add outline">
            <a:extLst>
              <a:ext uri="{FF2B5EF4-FFF2-40B4-BE49-F238E27FC236}">
                <a16:creationId xmlns:a16="http://schemas.microsoft.com/office/drawing/2014/main" id="{DBBBCFFC-6F88-C3EB-FBC1-66D9C7170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554586"/>
            <a:ext cx="165600" cy="165600"/>
          </a:xfrm>
          <a:prstGeom prst="rect">
            <a:avLst/>
          </a:prstGeom>
        </p:spPr>
      </p:pic>
      <p:pic>
        <p:nvPicPr>
          <p:cNvPr id="59" name="Graphic 58" descr="Download outline">
            <a:extLst>
              <a:ext uri="{FF2B5EF4-FFF2-40B4-BE49-F238E27FC236}">
                <a16:creationId xmlns:a16="http://schemas.microsoft.com/office/drawing/2014/main" id="{6D51D003-DDA6-E8D0-4199-915E1DC9D5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554586"/>
            <a:ext cx="165600" cy="1656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3F49781-0D6F-76B3-265A-122C9D63C64E}"/>
              </a:ext>
            </a:extLst>
          </p:cNvPr>
          <p:cNvSpPr/>
          <p:nvPr/>
        </p:nvSpPr>
        <p:spPr>
          <a:xfrm>
            <a:off x="2969720" y="2522152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2D7D51C-713B-A318-4D10-DE7B1ADA757A}"/>
              </a:ext>
            </a:extLst>
          </p:cNvPr>
          <p:cNvSpPr/>
          <p:nvPr/>
        </p:nvSpPr>
        <p:spPr>
          <a:xfrm>
            <a:off x="1556004" y="2895257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4</a:t>
            </a:r>
          </a:p>
        </p:txBody>
      </p:sp>
      <p:pic>
        <p:nvPicPr>
          <p:cNvPr id="49" name="Graphic 48" descr="Comment Add outline">
            <a:extLst>
              <a:ext uri="{FF2B5EF4-FFF2-40B4-BE49-F238E27FC236}">
                <a16:creationId xmlns:a16="http://schemas.microsoft.com/office/drawing/2014/main" id="{50060175-77D9-747A-FC37-35EFA1878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982792"/>
            <a:ext cx="165600" cy="165600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12A122A-248A-1266-58C9-A838947DF175}"/>
              </a:ext>
            </a:extLst>
          </p:cNvPr>
          <p:cNvSpPr/>
          <p:nvPr/>
        </p:nvSpPr>
        <p:spPr>
          <a:xfrm>
            <a:off x="6739468" y="2982792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pic>
        <p:nvPicPr>
          <p:cNvPr id="54" name="Graphic 53" descr="Download outline">
            <a:extLst>
              <a:ext uri="{FF2B5EF4-FFF2-40B4-BE49-F238E27FC236}">
                <a16:creationId xmlns:a16="http://schemas.microsoft.com/office/drawing/2014/main" id="{CF25BF42-DBE9-306E-9854-53E852850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982792"/>
            <a:ext cx="165600" cy="1656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0F82DE3-D5FA-93B9-25B7-45819A1E686A}"/>
              </a:ext>
            </a:extLst>
          </p:cNvPr>
          <p:cNvSpPr/>
          <p:nvPr/>
        </p:nvSpPr>
        <p:spPr>
          <a:xfrm>
            <a:off x="2969720" y="2950358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9861F7D-2C8A-7277-DCAB-492077E88E76}"/>
              </a:ext>
            </a:extLst>
          </p:cNvPr>
          <p:cNvSpPr/>
          <p:nvPr/>
        </p:nvSpPr>
        <p:spPr>
          <a:xfrm>
            <a:off x="1556004" y="3336584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3</a:t>
            </a:r>
          </a:p>
        </p:txBody>
      </p:sp>
      <p:pic>
        <p:nvPicPr>
          <p:cNvPr id="64" name="Graphic 63" descr="Comment Add outline">
            <a:extLst>
              <a:ext uri="{FF2B5EF4-FFF2-40B4-BE49-F238E27FC236}">
                <a16:creationId xmlns:a16="http://schemas.microsoft.com/office/drawing/2014/main" id="{703AA098-A188-86D9-6913-B6046919F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424119"/>
            <a:ext cx="165600" cy="165600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A669014-5DD2-C328-D7CB-CDDF6934F873}"/>
              </a:ext>
            </a:extLst>
          </p:cNvPr>
          <p:cNvSpPr/>
          <p:nvPr/>
        </p:nvSpPr>
        <p:spPr>
          <a:xfrm>
            <a:off x="6739468" y="3424119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pic>
        <p:nvPicPr>
          <p:cNvPr id="66" name="Graphic 65" descr="Download outline">
            <a:extLst>
              <a:ext uri="{FF2B5EF4-FFF2-40B4-BE49-F238E27FC236}">
                <a16:creationId xmlns:a16="http://schemas.microsoft.com/office/drawing/2014/main" id="{968D2DB2-3FD2-347A-8652-3876BB6EB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424119"/>
            <a:ext cx="165600" cy="165600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6B817FB-F14A-8B48-C699-D8ACDC938B9C}"/>
              </a:ext>
            </a:extLst>
          </p:cNvPr>
          <p:cNvSpPr/>
          <p:nvPr/>
        </p:nvSpPr>
        <p:spPr>
          <a:xfrm>
            <a:off x="2969720" y="3391685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21/03/2024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CF44D6E-45D3-7809-ED9B-A5CDD4A9213F}"/>
              </a:ext>
            </a:extLst>
          </p:cNvPr>
          <p:cNvSpPr/>
          <p:nvPr/>
        </p:nvSpPr>
        <p:spPr>
          <a:xfrm>
            <a:off x="1556004" y="3800565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2</a:t>
            </a:r>
          </a:p>
        </p:txBody>
      </p:sp>
      <p:pic>
        <p:nvPicPr>
          <p:cNvPr id="69" name="Graphic 68" descr="Comment Add outline">
            <a:extLst>
              <a:ext uri="{FF2B5EF4-FFF2-40B4-BE49-F238E27FC236}">
                <a16:creationId xmlns:a16="http://schemas.microsoft.com/office/drawing/2014/main" id="{BDDCC653-9FDF-69D4-A2CC-B579142ED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888100"/>
            <a:ext cx="165600" cy="165600"/>
          </a:xfrm>
          <a:prstGeom prst="rect">
            <a:avLst/>
          </a:prstGeom>
        </p:spPr>
      </p:pic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1E426DA-C89B-9487-A020-88EC5904E925}"/>
              </a:ext>
            </a:extLst>
          </p:cNvPr>
          <p:cNvSpPr/>
          <p:nvPr/>
        </p:nvSpPr>
        <p:spPr>
          <a:xfrm>
            <a:off x="6739468" y="3888100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pic>
        <p:nvPicPr>
          <p:cNvPr id="74" name="Graphic 73" descr="Download outline">
            <a:extLst>
              <a:ext uri="{FF2B5EF4-FFF2-40B4-BE49-F238E27FC236}">
                <a16:creationId xmlns:a16="http://schemas.microsoft.com/office/drawing/2014/main" id="{B026B484-DFFE-C4D3-6BC0-1F89060589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888100"/>
            <a:ext cx="165600" cy="16560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9A1BD81-369D-EC0C-2534-1ACCAD626CF5}"/>
              </a:ext>
            </a:extLst>
          </p:cNvPr>
          <p:cNvSpPr/>
          <p:nvPr/>
        </p:nvSpPr>
        <p:spPr>
          <a:xfrm>
            <a:off x="2969720" y="3855666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21/03/2023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EEC33C-94A0-F19F-4BAA-A36F5FD4287D}"/>
              </a:ext>
            </a:extLst>
          </p:cNvPr>
          <p:cNvSpPr/>
          <p:nvPr/>
        </p:nvSpPr>
        <p:spPr>
          <a:xfrm>
            <a:off x="1556004" y="427060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1</a:t>
            </a:r>
          </a:p>
        </p:txBody>
      </p:sp>
      <p:pic>
        <p:nvPicPr>
          <p:cNvPr id="77" name="Graphic 76" descr="Comment Add outline">
            <a:extLst>
              <a:ext uri="{FF2B5EF4-FFF2-40B4-BE49-F238E27FC236}">
                <a16:creationId xmlns:a16="http://schemas.microsoft.com/office/drawing/2014/main" id="{3616A650-172C-01A3-8435-1EAEBF015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4358137"/>
            <a:ext cx="165600" cy="165600"/>
          </a:xfrm>
          <a:prstGeom prst="rect">
            <a:avLst/>
          </a:prstGeom>
        </p:spPr>
      </p:pic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A687D58-070A-D0D2-F309-30EDEA3CA5A2}"/>
              </a:ext>
            </a:extLst>
          </p:cNvPr>
          <p:cNvSpPr/>
          <p:nvPr/>
        </p:nvSpPr>
        <p:spPr>
          <a:xfrm>
            <a:off x="6739468" y="4358137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Completo</a:t>
            </a:r>
          </a:p>
        </p:txBody>
      </p:sp>
      <p:pic>
        <p:nvPicPr>
          <p:cNvPr id="79" name="Graphic 78" descr="Download outline">
            <a:extLst>
              <a:ext uri="{FF2B5EF4-FFF2-40B4-BE49-F238E27FC236}">
                <a16:creationId xmlns:a16="http://schemas.microsoft.com/office/drawing/2014/main" id="{C95F70BF-8F6E-BBCB-EBBB-DD45132E8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4358137"/>
            <a:ext cx="165600" cy="165600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1D8B924-E21E-A199-C4FF-6FFC4FBDB077}"/>
              </a:ext>
            </a:extLst>
          </p:cNvPr>
          <p:cNvSpPr/>
          <p:nvPr/>
        </p:nvSpPr>
        <p:spPr>
          <a:xfrm>
            <a:off x="2969720" y="4325703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21/03/2022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C6557D81-2B89-E4F5-C386-A96CCB598209}"/>
              </a:ext>
            </a:extLst>
          </p:cNvPr>
          <p:cNvSpPr/>
          <p:nvPr/>
        </p:nvSpPr>
        <p:spPr>
          <a:xfrm rot="1011258">
            <a:off x="8412344" y="228264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68E25B-0EB9-A8FD-287C-CA96A7BA8867}"/>
              </a:ext>
            </a:extLst>
          </p:cNvPr>
          <p:cNvSpPr/>
          <p:nvPr/>
        </p:nvSpPr>
        <p:spPr>
          <a:xfrm>
            <a:off x="8851870" y="2531967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Assegna Monitoraggi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34906F-5CB0-09DB-580F-17D9B26BF099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86583B-4DF3-C313-B116-7BDD7E2AC790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CCD54A-06F3-6967-1A72-BE9A4BCE216D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B62E91-DBF8-2FCF-BBBC-EBF6F8756BC1}"/>
              </a:ext>
            </a:extLst>
          </p:cNvPr>
          <p:cNvSpPr/>
          <p:nvPr/>
        </p:nvSpPr>
        <p:spPr>
          <a:xfrm>
            <a:off x="6739468" y="2554586"/>
            <a:ext cx="706361" cy="165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EA26F0-BA2C-89CF-9961-E7A7ABEB0300}"/>
              </a:ext>
            </a:extLst>
          </p:cNvPr>
          <p:cNvSpPr/>
          <p:nvPr/>
        </p:nvSpPr>
        <p:spPr>
          <a:xfrm>
            <a:off x="5124806" y="2535067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2970117-05C2-0380-DF24-90624429C2D0}"/>
              </a:ext>
            </a:extLst>
          </p:cNvPr>
          <p:cNvSpPr/>
          <p:nvPr/>
        </p:nvSpPr>
        <p:spPr>
          <a:xfrm>
            <a:off x="8837033" y="2982792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96613BA-564D-609E-F589-2C989FFA01F6}"/>
              </a:ext>
            </a:extLst>
          </p:cNvPr>
          <p:cNvSpPr/>
          <p:nvPr/>
        </p:nvSpPr>
        <p:spPr>
          <a:xfrm>
            <a:off x="8837033" y="3424119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7310134-D878-1193-4FDC-2B3ABFF0F971}"/>
              </a:ext>
            </a:extLst>
          </p:cNvPr>
          <p:cNvSpPr/>
          <p:nvPr/>
        </p:nvSpPr>
        <p:spPr>
          <a:xfrm>
            <a:off x="8837033" y="3888100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8B6E262-1B17-2776-EB79-E741D49FBCB8}"/>
              </a:ext>
            </a:extLst>
          </p:cNvPr>
          <p:cNvSpPr/>
          <p:nvPr/>
        </p:nvSpPr>
        <p:spPr>
          <a:xfrm>
            <a:off x="8837033" y="4358137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8324634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AAF5-558E-6D9D-8B95-6EE9B928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438B1E-2E3D-6F39-B124-9C83773EF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2726E9-B8B0-28A3-341B-BDEA95E766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D355DBC-C61A-9EF3-EB68-92500E840A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8B8C4F-FA3F-6ED7-A036-CE3CE52941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D7FFC5-F41F-E952-7C31-7706C5B116B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5B3677-0F7B-8E34-73DF-03E275A3097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0C6CEA-F892-561E-E622-7EA6A5351C9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498715B2-F9CC-32B6-CB4A-6D13214A27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67B35EF6-26C0-413F-984C-0018E5576A0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54050DD-3C9C-5EE8-F416-F6126AF30859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EA28822-451C-3BBF-FB68-813AF6A7DBD7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53C56B-3F21-2B15-CE39-5E773B4F9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6AE514A-470A-6C52-A9B2-F9227F043048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0F9B61DE-705D-519B-23F1-8717CD3CC976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E2721B4-EBE2-DBBD-FBD4-22F73CEE9443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EE6539-3DF4-386B-95C4-ADD22D6824BE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4DBC1-6B50-1309-C1C5-769A5E609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E584683-DC30-0616-4C93-814E9AF688D1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EE8A09D-DF8E-EE3F-2060-7CFF57B1DC76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D2D2F37-6553-A1A8-B1AC-C5FB79114DB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4E5DD7-0195-F9E6-91C1-CFF4EA8319CD}"/>
              </a:ext>
            </a:extLst>
          </p:cNvPr>
          <p:cNvSpPr/>
          <p:nvPr/>
        </p:nvSpPr>
        <p:spPr>
          <a:xfrm>
            <a:off x="6221130" y="1693685"/>
            <a:ext cx="1502511" cy="43088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Assegna con GenAI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7EDB22-1061-B636-3D6E-EED542A8DA40}"/>
              </a:ext>
            </a:extLst>
          </p:cNvPr>
          <p:cNvSpPr txBox="1"/>
          <p:nvPr/>
        </p:nvSpPr>
        <p:spPr>
          <a:xfrm>
            <a:off x="6093161" y="1066413"/>
            <a:ext cx="58441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Benvenuto nella sezione di assegnazione Compliance Certificate – Monitoraggi, seleziona la tipologia di assegnazione che vuoi eseguire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83941E-5B9A-DAED-54FD-3D3F9A46D80F}"/>
              </a:ext>
            </a:extLst>
          </p:cNvPr>
          <p:cNvSpPr/>
          <p:nvPr/>
        </p:nvSpPr>
        <p:spPr>
          <a:xfrm>
            <a:off x="7884830" y="1693685"/>
            <a:ext cx="1502511" cy="43088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Assegna Manualmente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1213095-1865-FA41-6E60-F0378F06BCFC}"/>
              </a:ext>
            </a:extLst>
          </p:cNvPr>
          <p:cNvSpPr/>
          <p:nvPr/>
        </p:nvSpPr>
        <p:spPr>
          <a:xfrm rot="1011258">
            <a:off x="7735700" y="1569680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752CA-AC68-FCFE-6D8B-B9585A466B0F}"/>
              </a:ext>
            </a:extLst>
          </p:cNvPr>
          <p:cNvSpPr/>
          <p:nvPr/>
        </p:nvSpPr>
        <p:spPr>
          <a:xfrm>
            <a:off x="10573371" y="640701"/>
            <a:ext cx="1128859" cy="243225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Indietro</a:t>
            </a:r>
          </a:p>
        </p:txBody>
      </p:sp>
    </p:spTree>
    <p:extLst>
      <p:ext uri="{BB962C8B-B14F-4D97-AF65-F5344CB8AC3E}">
        <p14:creationId xmlns:p14="http://schemas.microsoft.com/office/powerpoint/2010/main" val="3965646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785B-B2E3-782E-8E93-8210B397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2C22E7-3E26-5F80-6371-C6FBF1D41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39AD40-282D-8D87-82F6-4D2AFD0D7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4754BA6C-EB60-0CA5-1F94-C9BF507F2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DD812D-3C6B-EEC2-113E-23573CA2391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56FB84-9FA2-C95F-7B21-BA62D0EB53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3BDB39B-7E15-5150-78DB-C8C620F0A32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6304DEC-2985-0706-B0E6-5F43850006C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C04EA347-F3A8-1A38-EC74-454923EB26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999B0C2C-39F2-15FB-415E-3234C69BE91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E1960D1-8498-C67B-92D2-1D22C0ED2408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AC1764-1BFE-19B8-7D18-7DA7BD4EA675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1451A4-8129-2939-CFA0-02508C412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CD6B83E-0B4E-7AB5-65E4-F68826FFF4F1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2825BD76-95BC-0CF2-84F4-C7B02F586DD6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60E9B8C-1A2C-56B4-D8E3-E0E7B62CE7AF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3B585A-D62E-7D65-3603-A84AB0559167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C1ACC-83DE-48AD-D7E6-5A63CE499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84667A1-4ADC-A37E-5321-9BF6A241CCC6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300F2AA-E1C8-0765-ABF1-1B776C3E092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A601E0E-203D-EFFA-A4CB-A16B230B9A6B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9E9914-D2C1-118F-BA31-A525DB6B96D9}"/>
              </a:ext>
            </a:extLst>
          </p:cNvPr>
          <p:cNvSpPr/>
          <p:nvPr/>
        </p:nvSpPr>
        <p:spPr>
          <a:xfrm>
            <a:off x="9239785" y="159184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1821E0-1505-19F6-3D90-2FD23207A075}"/>
              </a:ext>
            </a:extLst>
          </p:cNvPr>
          <p:cNvSpPr txBox="1"/>
          <p:nvPr/>
        </p:nvSpPr>
        <p:spPr>
          <a:xfrm>
            <a:off x="5815085" y="1036766"/>
            <a:ext cx="58441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Benvenuto nella sezione di assegnazione Manuale Compliance Certificate – Monitoraggi, scegli l’azione con cui proseguire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20D0297-A18C-4E9A-A97B-F75BA8BB0E83}"/>
              </a:ext>
            </a:extLst>
          </p:cNvPr>
          <p:cNvSpPr/>
          <p:nvPr/>
        </p:nvSpPr>
        <p:spPr>
          <a:xfrm>
            <a:off x="7780249" y="159184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 </a:t>
            </a: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F6F76835-024F-A0C8-220B-4371AF60F9C2}"/>
              </a:ext>
            </a:extLst>
          </p:cNvPr>
          <p:cNvSpPr/>
          <p:nvPr/>
        </p:nvSpPr>
        <p:spPr>
          <a:xfrm>
            <a:off x="11111854" y="2150009"/>
            <a:ext cx="2268000" cy="605717"/>
          </a:xfrm>
          <a:prstGeom prst="wedgeRoundRectCallout">
            <a:avLst>
              <a:gd name="adj1" fmla="val -81804"/>
              <a:gd name="adj2" fmla="val -10723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Conclude subito senza aggiornare (ho sbagliato ad aprire il menù di assegnazione)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64FFA77-FE43-275B-E64B-DF3E98F32D81}"/>
              </a:ext>
            </a:extLst>
          </p:cNvPr>
          <p:cNvSpPr/>
          <p:nvPr/>
        </p:nvSpPr>
        <p:spPr>
          <a:xfrm rot="1011258">
            <a:off x="7199048" y="1546564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348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4284-A690-A517-5F73-156F37B2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0AD81EC-49E7-8393-9633-424EDFBF3B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18B5BD-24F3-9619-5CD0-B5991B870F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FFB45288-3392-33F6-00EB-58637DEE7A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81E55C-CFE3-5576-4F1A-6DBF6B4E436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65E15C-3A7E-08AD-C012-C83E3200C2C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5760EC7-8897-DA6A-D336-7D691A9D1C5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E9F25D-F157-494C-CF36-D9F018E189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D4339A87-C636-1FC7-8032-9ED408032C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614D8181-A3FE-5D48-7779-9292C1E5A6F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2838A0D-840D-6E2A-6124-46C42BDD3360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62E397-164C-8B02-5609-24C50317D8AC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2208157-953D-D23B-6038-C1195122B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DCD44D2-5574-1FDD-CE00-7BE3E1830C40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20F6D53-ACE7-B3AA-FBF4-B70B490278D1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75C0200-3877-93E2-CA69-B1DC1745A35E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F72F66-D17E-7538-12D0-2AD297B04E41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FBF41-42FD-FD81-C63B-3C059C338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284D6F0-701A-F799-BC3A-B31E56255651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A69504-F435-31E9-7B70-64F092ACF27F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DA7580-F44F-D28B-7369-74D0725634D7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512F317-7417-CA99-F674-C04840A31546}"/>
              </a:ext>
            </a:extLst>
          </p:cNvPr>
          <p:cNvSpPr/>
          <p:nvPr/>
        </p:nvSpPr>
        <p:spPr>
          <a:xfrm>
            <a:off x="5111872" y="897488"/>
            <a:ext cx="2268000" cy="475897"/>
          </a:xfrm>
          <a:prstGeom prst="wedgeRoundRectCallout">
            <a:avLst>
              <a:gd name="adj1" fmla="val 70660"/>
              <a:gd name="adj2" fmla="val 22821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50"/>
              <a:t>Tendina con le tipologie disponibili La pratica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23C232-5120-DEDB-74CD-BE6C14C01C9B}"/>
              </a:ext>
            </a:extLst>
          </p:cNvPr>
          <p:cNvSpPr/>
          <p:nvPr/>
        </p:nvSpPr>
        <p:spPr>
          <a:xfrm>
            <a:off x="9179567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7AA2D5-F940-AC8E-223C-2F1203EC33F2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672F28-039E-6659-8B28-C3DA7A23922B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B20C47-9873-371C-4A13-7CD529EFDB33}"/>
              </a:ext>
            </a:extLst>
          </p:cNvPr>
          <p:cNvSpPr/>
          <p:nvPr/>
        </p:nvSpPr>
        <p:spPr>
          <a:xfrm>
            <a:off x="7385664" y="2753693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F6B52B5-0B54-E8C6-E283-F610F8789EDA}"/>
              </a:ext>
            </a:extLst>
          </p:cNvPr>
          <p:cNvSpPr/>
          <p:nvPr/>
        </p:nvSpPr>
        <p:spPr>
          <a:xfrm>
            <a:off x="6086423" y="2753693"/>
            <a:ext cx="1156159" cy="29976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Associa Covenant</a:t>
            </a:r>
          </a:p>
        </p:txBody>
      </p:sp>
      <p:pic>
        <p:nvPicPr>
          <p:cNvPr id="36" name="Graphic 35" descr="Garbage outline">
            <a:extLst>
              <a:ext uri="{FF2B5EF4-FFF2-40B4-BE49-F238E27FC236}">
                <a16:creationId xmlns:a16="http://schemas.microsoft.com/office/drawing/2014/main" id="{8B3AA729-FBC3-E16A-7BA5-1D74C72E8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374C5D9-06DF-5902-081E-5500EED65F3A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E9A5EB-1627-A5F9-A7F4-7A3F9F16D2BB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CE54DAD3-E1A4-81C7-B52F-C614A95A56B1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1DD661-88ED-0494-BDEB-E843CEFEF6D3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05E8D3-4757-AE7D-6FE5-D4FA19D7D249}"/>
              </a:ext>
            </a:extLst>
          </p:cNvPr>
          <p:cNvSpPr/>
          <p:nvPr/>
        </p:nvSpPr>
        <p:spPr>
          <a:xfrm>
            <a:off x="820719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CF7D7A-C717-A767-ABA3-6C5B187E9551}"/>
              </a:ext>
            </a:extLst>
          </p:cNvPr>
          <p:cNvSpPr txBox="1"/>
          <p:nvPr/>
        </p:nvSpPr>
        <p:spPr>
          <a:xfrm>
            <a:off x="820901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49617D4-2116-3B56-8578-3F2DD923AD09}"/>
              </a:ext>
            </a:extLst>
          </p:cNvPr>
          <p:cNvSpPr/>
          <p:nvPr/>
        </p:nvSpPr>
        <p:spPr>
          <a:xfrm>
            <a:off x="958046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89C60E-9CBD-EBCB-D5B8-A627D8FC7D74}"/>
              </a:ext>
            </a:extLst>
          </p:cNvPr>
          <p:cNvSpPr txBox="1"/>
          <p:nvPr/>
        </p:nvSpPr>
        <p:spPr>
          <a:xfrm>
            <a:off x="967746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2CD0B986-1251-A6E7-54FC-A10455C99D7B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219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66BA-C83A-A6CE-E9F2-00E3BC30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A0E1000-92D9-E70B-106D-102E0CC7F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C49EF8-EEE0-9173-85E2-24AFD8E2A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1405B64-FC29-B0C8-8D7A-789648E754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7DDECA-7A4B-90E2-3529-651002B5E9E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6B3394-5DAC-9A09-D52E-C1ACC39993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16E3A3E-8350-1B83-008A-804F197A29E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917A7C9-572D-9D2F-676B-DE9DC48526E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7B2AF6E9-FD1D-0333-B647-F5D9F158D3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748387B2-E8AE-BEBA-3598-66286904B68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E8E63B6-6EE7-E236-A77C-4B6DFAFE34F0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5DAEB1-624C-206A-AA3F-494418FE8E08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39FA469-761C-F5B0-2DA9-78C1DE2E21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B0B5125-5EAD-4B5B-D7E4-FB1841129DAD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20A56A29-49C9-8428-D558-AFD6AB2F8391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72C4717-6197-C7BF-EA6D-253651C20453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B501FD-48E7-9C67-9F2E-E6F031EC7564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3DC83-7CFC-102B-55AE-72C6C5517C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4575AC8-F36C-4868-B07E-20FC9F2B513B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246A88A-9EC4-7DA3-2C3B-0BEE79F648E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A68348D-E6D7-7BA4-7D87-14A4AC7E9509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65A42E-CA48-E6AB-A95E-7A60D35F6A0A}"/>
              </a:ext>
            </a:extLst>
          </p:cNvPr>
          <p:cNvSpPr/>
          <p:nvPr/>
        </p:nvSpPr>
        <p:spPr>
          <a:xfrm>
            <a:off x="9239785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BEBC8D-3CB0-EA58-02A8-3A28243548B1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DF2D1A-E8DF-214A-D911-673E1C0ABF97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82A009-1CAA-C756-B0EC-67EB78698CF9}"/>
              </a:ext>
            </a:extLst>
          </p:cNvPr>
          <p:cNvSpPr/>
          <p:nvPr/>
        </p:nvSpPr>
        <p:spPr>
          <a:xfrm>
            <a:off x="7385664" y="2753693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661B016-3606-806F-5B6B-C8AF19ADB7BE}"/>
              </a:ext>
            </a:extLst>
          </p:cNvPr>
          <p:cNvSpPr/>
          <p:nvPr/>
        </p:nvSpPr>
        <p:spPr>
          <a:xfrm>
            <a:off x="6086423" y="2753693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Associa Covenant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2D72534-4383-7EA9-0569-A1E66EDF5983}"/>
              </a:ext>
            </a:extLst>
          </p:cNvPr>
          <p:cNvSpPr/>
          <p:nvPr/>
        </p:nvSpPr>
        <p:spPr>
          <a:xfrm rot="1011258">
            <a:off x="5537009" y="2593576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Graphic 35" descr="Garbage outline">
            <a:extLst>
              <a:ext uri="{FF2B5EF4-FFF2-40B4-BE49-F238E27FC236}">
                <a16:creationId xmlns:a16="http://schemas.microsoft.com/office/drawing/2014/main" id="{127AC712-F2E7-68BE-EC9A-A217CF484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3439744-A7BC-FDD0-5804-2E24A32AF897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AD6A7F-B8E1-DAD4-1D16-BF0C21BC88D5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9139AB53-0C80-AB55-B5B0-702204520E00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0F9D14-F53D-77D9-5506-56D6197119B4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7EB9F2A-5ABB-8353-501B-32C57701AFE5}"/>
              </a:ext>
            </a:extLst>
          </p:cNvPr>
          <p:cNvSpPr/>
          <p:nvPr/>
        </p:nvSpPr>
        <p:spPr>
          <a:xfrm>
            <a:off x="820719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943C7D-5EAE-2E46-2555-7E4184E0A25D}"/>
              </a:ext>
            </a:extLst>
          </p:cNvPr>
          <p:cNvSpPr txBox="1"/>
          <p:nvPr/>
        </p:nvSpPr>
        <p:spPr>
          <a:xfrm>
            <a:off x="820901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FE98924-9A8F-9BDC-F0FE-11B2FD19BCB7}"/>
              </a:ext>
            </a:extLst>
          </p:cNvPr>
          <p:cNvSpPr/>
          <p:nvPr/>
        </p:nvSpPr>
        <p:spPr>
          <a:xfrm>
            <a:off x="958046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43C825-9E15-1A40-13E0-3BD1500496F5}"/>
              </a:ext>
            </a:extLst>
          </p:cNvPr>
          <p:cNvSpPr txBox="1"/>
          <p:nvPr/>
        </p:nvSpPr>
        <p:spPr>
          <a:xfrm>
            <a:off x="967746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09E032F-DA78-C3E1-BF7B-9677E50691F9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805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3FB0-C671-2FC7-CFBB-6BD9CE8F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65F340-D5C5-87EE-E5AB-3A3EA27D2B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518772-DEDD-CC1D-5B0B-A59138A481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E0D1B59-5777-1782-CA86-2CF65C9E6E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45DB48-1C07-EFC6-9CD1-7468133923F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96C5506-A846-F669-E8A1-DDEBA057222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B28065-6EAA-FF4A-6E8B-E739001D620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D42962-40E0-A2D6-2EAF-C01FDA5E170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2E685BB8-037D-E626-15AB-D514BA13C9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70E085BD-BE6C-4BD5-2EAC-971280E9DD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50275FC-942B-5B89-FE0C-EDACA653BD10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CF56FB-8AD0-CBDF-E0EF-7CDD4BB88260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07125F-2C1F-E6FD-0F3B-B72A9D867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1139D98-BAC1-DD9D-F61D-E76A7202FB6D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4D87447D-8120-9AE0-8ADE-B94C8D666F53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682FD4-EEE2-8BF5-9704-3F38271F68F1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CCB8CF-6872-678C-0235-FC5EC4384794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F3B6A-D7BB-95D3-0289-3727ECABC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BFEAA38-706E-8322-C392-A18B3542F0B1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A15888C-6F07-4FFC-43FC-CAE5A98F787D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A9DE2EF-AD08-E39D-8541-69EEABFF5EF2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6D6D3C-E6CB-11CB-EE2F-0FA94DB7CB12}"/>
              </a:ext>
            </a:extLst>
          </p:cNvPr>
          <p:cNvSpPr/>
          <p:nvPr/>
        </p:nvSpPr>
        <p:spPr>
          <a:xfrm>
            <a:off x="9117906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8A3F80-6970-08EB-5351-2CA37D658705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892045-E99E-89D7-70F5-807B53B3A5EF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2E6BE1-2EEC-D226-DDB1-EEF603FBC24E}"/>
              </a:ext>
            </a:extLst>
          </p:cNvPr>
          <p:cNvSpPr/>
          <p:nvPr/>
        </p:nvSpPr>
        <p:spPr>
          <a:xfrm>
            <a:off x="7385664" y="2753693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625CE29-0027-3658-D814-584BFBF00CA9}"/>
              </a:ext>
            </a:extLst>
          </p:cNvPr>
          <p:cNvSpPr/>
          <p:nvPr/>
        </p:nvSpPr>
        <p:spPr>
          <a:xfrm>
            <a:off x="6086423" y="2753693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Associa Covenant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6457F1-D667-F75A-6891-253D074AA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51418"/>
              </p:ext>
            </p:extLst>
          </p:nvPr>
        </p:nvGraphicFramePr>
        <p:xfrm>
          <a:off x="5861153" y="3182904"/>
          <a:ext cx="6167937" cy="2407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64644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71242610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3853145712"/>
                    </a:ext>
                  </a:extLst>
                </a:gridCol>
                <a:gridCol w="564644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607787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521499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521499">
                  <a:extLst>
                    <a:ext uri="{9D8B030D-6E8A-4147-A177-3AD203B41FA5}">
                      <a16:colId xmlns:a16="http://schemas.microsoft.com/office/drawing/2014/main" val="4150507267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M2C4E1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700" b="1" i="0" u="sng" kern="120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Assegna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M2C4E2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6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Assegna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M2C4E3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Assegna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M2C4E4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Assegna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</a:tbl>
          </a:graphicData>
        </a:graphic>
      </p:graphicFrame>
      <p:sp>
        <p:nvSpPr>
          <p:cNvPr id="36" name="Arrow: Right 35">
            <a:extLst>
              <a:ext uri="{FF2B5EF4-FFF2-40B4-BE49-F238E27FC236}">
                <a16:creationId xmlns:a16="http://schemas.microsoft.com/office/drawing/2014/main" id="{2CD61A7B-6C32-0FB9-7558-3485CE162CCD}"/>
              </a:ext>
            </a:extLst>
          </p:cNvPr>
          <p:cNvSpPr/>
          <p:nvPr/>
        </p:nvSpPr>
        <p:spPr>
          <a:xfrm rot="1011258">
            <a:off x="5430996" y="4024517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0EBB1F-2F19-57B3-7168-B068F7C6867A}"/>
              </a:ext>
            </a:extLst>
          </p:cNvPr>
          <p:cNvSpPr/>
          <p:nvPr/>
        </p:nvSpPr>
        <p:spPr>
          <a:xfrm>
            <a:off x="6086423" y="5764405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Conferma Assegnazione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F17BC18-6D31-8C27-75C2-54D00436C445}"/>
              </a:ext>
            </a:extLst>
          </p:cNvPr>
          <p:cNvSpPr/>
          <p:nvPr/>
        </p:nvSpPr>
        <p:spPr>
          <a:xfrm rot="1011258">
            <a:off x="5430996" y="5711116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9" name="Graphic 38" descr="Garbage outline">
            <a:extLst>
              <a:ext uri="{FF2B5EF4-FFF2-40B4-BE49-F238E27FC236}">
                <a16:creationId xmlns:a16="http://schemas.microsoft.com/office/drawing/2014/main" id="{B2A15C25-13FE-A5B6-862E-1BC3977E1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F5D88E-4C6D-7C37-9004-DE37D7293B58}"/>
              </a:ext>
            </a:extLst>
          </p:cNvPr>
          <p:cNvSpPr/>
          <p:nvPr/>
        </p:nvSpPr>
        <p:spPr>
          <a:xfrm>
            <a:off x="1046119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Concludi Assegnazione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B52990-0FFF-1E3D-44AF-88DD98C12B00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4D178A-5521-1E3C-3C0F-0EB9B7A436FC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3DCBEF5F-EB90-7B9F-EBBA-711C548E5350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A25BEC-C0F9-F543-134B-2DD422ACCED8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7B9871-B745-E95D-EE5F-E10C4B865FFD}"/>
              </a:ext>
            </a:extLst>
          </p:cNvPr>
          <p:cNvSpPr/>
          <p:nvPr/>
        </p:nvSpPr>
        <p:spPr>
          <a:xfrm>
            <a:off x="820719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62209B-2332-015D-29A5-F0BB0B616900}"/>
              </a:ext>
            </a:extLst>
          </p:cNvPr>
          <p:cNvSpPr txBox="1"/>
          <p:nvPr/>
        </p:nvSpPr>
        <p:spPr>
          <a:xfrm>
            <a:off x="820901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55485E3-BCA0-01D4-286B-480D16B844AF}"/>
              </a:ext>
            </a:extLst>
          </p:cNvPr>
          <p:cNvSpPr/>
          <p:nvPr/>
        </p:nvSpPr>
        <p:spPr>
          <a:xfrm>
            <a:off x="958046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480252-54F9-3540-BAF8-559E3895526F}"/>
              </a:ext>
            </a:extLst>
          </p:cNvPr>
          <p:cNvSpPr txBox="1"/>
          <p:nvPr/>
        </p:nvSpPr>
        <p:spPr>
          <a:xfrm>
            <a:off x="967746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4D1E36D0-0D66-A89C-97D3-BCF9C1009C81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9268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C56D-A6F5-D6B9-FAF9-0DA29AFB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9C3AB1-EB01-66DF-763B-EE781208E1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1729D7-B95C-00C1-0726-E8592E9C2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A17BD7D-C9A2-2546-7CBE-F584E024B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AF126B-8A0B-A52A-D96B-C6AC7C192C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4EE70D-9A7F-2A43-9A84-C22C782C7B6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D65A54-A4FB-BA1B-7C99-3DD8BCA3891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FE1293-645B-BC67-A911-935653B1DDA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748E3F64-BF76-33C6-448A-51AD61D4E2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314694E5-5202-A70E-1A9B-75BF2E8A19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F8D395C6-3ED4-BA47-8326-D87E5EA1FFDC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DC0052-5315-5B34-3B2F-4C0ECB94AFB7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ADFC7F-0451-3DC0-DCED-61AE4D191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A37F0DA-BBCC-C03F-561C-E5A426E57A04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56D6F55B-0E2E-8EEB-E51A-5A4A58CC2A7F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403A167-2F58-D42A-EF0A-E16AE8E78E13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4DFBEA-9AB2-A7C7-DACA-A2B49F613D96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509B9-9465-1C8E-201D-2AAF03F76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4041421-F2BA-5EEF-48C1-5FC27D4BB75A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71CC5A3-2461-5BF0-3364-9E49E085757F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EF1AC64-63CE-A747-A6C7-AD98EA65ACEA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0DF8D6-40C8-07A8-401D-FBA7972BD807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C9E9D-15C3-B0B7-8A21-65AFF4A555A2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E68EED9-887F-34BA-8183-9CF4B536C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861651"/>
              </p:ext>
            </p:extLst>
          </p:nvPr>
        </p:nvGraphicFramePr>
        <p:xfrm>
          <a:off x="5861154" y="2694092"/>
          <a:ext cx="6111325" cy="960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55575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881977652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3490207214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5980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513124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555575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372333"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17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Modifica Assegnazione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</a:tbl>
          </a:graphicData>
        </a:graphic>
      </p:graphicFrame>
      <p:sp>
        <p:nvSpPr>
          <p:cNvPr id="34" name="Arrow: Right 33">
            <a:extLst>
              <a:ext uri="{FF2B5EF4-FFF2-40B4-BE49-F238E27FC236}">
                <a16:creationId xmlns:a16="http://schemas.microsoft.com/office/drawing/2014/main" id="{E79BFF2D-FAE9-4D5A-4FCB-E73959D0FC63}"/>
              </a:ext>
            </a:extLst>
          </p:cNvPr>
          <p:cNvSpPr/>
          <p:nvPr/>
        </p:nvSpPr>
        <p:spPr>
          <a:xfrm rot="1011258">
            <a:off x="7138602" y="1173547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Graphic 48" descr="Garbage outline">
            <a:extLst>
              <a:ext uri="{FF2B5EF4-FFF2-40B4-BE49-F238E27FC236}">
                <a16:creationId xmlns:a16="http://schemas.microsoft.com/office/drawing/2014/main" id="{A5BD051B-525C-F21A-96EC-C41374888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3C4818A-28B6-21F6-7D94-D99FDAB27F55}"/>
              </a:ext>
            </a:extLst>
          </p:cNvPr>
          <p:cNvSpPr/>
          <p:nvPr/>
        </p:nvSpPr>
        <p:spPr>
          <a:xfrm>
            <a:off x="9117906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603A6FB-C0A5-C2C9-03B4-AACFAC95C46F}"/>
              </a:ext>
            </a:extLst>
          </p:cNvPr>
          <p:cNvSpPr/>
          <p:nvPr/>
        </p:nvSpPr>
        <p:spPr>
          <a:xfrm>
            <a:off x="1046119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Concludi Assegnazione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A5A8BB-170B-3B1F-6980-6D2919C9F810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75512D-E609-CD6A-4A73-7BC5A04257CB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64367E9-47EC-F321-91DB-5A346A8034D6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3FF5DC-C764-033F-F998-F0DB627530BC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CD02C-3818-0CDE-F5F2-74BD58BB2354}"/>
              </a:ext>
            </a:extLst>
          </p:cNvPr>
          <p:cNvSpPr/>
          <p:nvPr/>
        </p:nvSpPr>
        <p:spPr>
          <a:xfrm>
            <a:off x="820719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89C241-F613-0B20-1A74-E5DCEFE35A3F}"/>
              </a:ext>
            </a:extLst>
          </p:cNvPr>
          <p:cNvSpPr txBox="1"/>
          <p:nvPr/>
        </p:nvSpPr>
        <p:spPr>
          <a:xfrm>
            <a:off x="820901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E62C29-895F-D701-B4F0-F551F94D5795}"/>
              </a:ext>
            </a:extLst>
          </p:cNvPr>
          <p:cNvSpPr/>
          <p:nvPr/>
        </p:nvSpPr>
        <p:spPr>
          <a:xfrm>
            <a:off x="958046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AB9A19-8E4D-6F35-53F5-8A5BF18C3A3D}"/>
              </a:ext>
            </a:extLst>
          </p:cNvPr>
          <p:cNvSpPr txBox="1"/>
          <p:nvPr/>
        </p:nvSpPr>
        <p:spPr>
          <a:xfrm>
            <a:off x="967746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F484E9B3-82D3-8446-F753-18A3488B97BE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8058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C07A-9BDF-9E47-57A4-71D5F17B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34C1ED0-5AC2-4487-DF4F-F00215D6D3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95076A-CD72-2258-B304-416FED52D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3B766148-893B-3ACE-4823-3D8103BB9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77CACF-6F36-8F19-C836-5C4832FA0D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2B2471F-0DBA-1860-5F54-AB27BBE0C35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0E31C99-EC73-CB5A-5453-AA74123013B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EDB3F3A-4CFE-68FD-26B3-DA6C7900CF0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7D792112-5669-A1CE-40CE-38F246AA55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F6028DAD-48D8-47BE-54E0-2AC6A5022E7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7B275A6-D3C2-1ADA-4F92-32FCD6ADCB27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59A566-F039-3F94-2F0D-390ABB1F9ED3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C3008B-A7C8-E001-8438-EA5F222D4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463B554-8B72-2F89-4E4F-F68DCF551620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A523E816-C4C3-E745-0C54-EA8714109967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3E85C61-A9CB-25C2-AC45-6301E41B3EE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63D15D-7353-4881-0FED-6D4097CFA695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16B50-89CB-F1D9-94AA-9E254AF59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48301F-8074-5B1F-D4D6-E050351F9245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3877785-03C7-0B18-135F-E93CFF60915D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A5D2251-AC17-B8B8-39E8-F006FB37EAC2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79238E-E299-FFFA-119E-682B640A77A9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EB5A8-690C-9BF1-9F06-D5E31B681474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2A79A0C-B386-DD13-5DCB-0D104C024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900108"/>
              </p:ext>
            </p:extLst>
          </p:nvPr>
        </p:nvGraphicFramePr>
        <p:xfrm>
          <a:off x="5861154" y="2694092"/>
          <a:ext cx="6032740" cy="960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431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245080785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259015460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59033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506525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372333"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17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Modifica Assegnazione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939C8DF7-1830-A987-7BE5-33D013C9BE52}"/>
              </a:ext>
            </a:extLst>
          </p:cNvPr>
          <p:cNvSpPr/>
          <p:nvPr/>
        </p:nvSpPr>
        <p:spPr>
          <a:xfrm>
            <a:off x="5984190" y="4146419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1BA861-0C72-2B51-22A4-61DFFE5E0777}"/>
              </a:ext>
            </a:extLst>
          </p:cNvPr>
          <p:cNvSpPr txBox="1"/>
          <p:nvPr/>
        </p:nvSpPr>
        <p:spPr>
          <a:xfrm>
            <a:off x="5887101" y="394149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EE0D77-D03A-1D04-D417-479F8FD46127}"/>
              </a:ext>
            </a:extLst>
          </p:cNvPr>
          <p:cNvSpPr txBox="1"/>
          <p:nvPr/>
        </p:nvSpPr>
        <p:spPr>
          <a:xfrm>
            <a:off x="5887101" y="3654265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2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ECD24E-4B62-0AE1-F1CB-54BC3394A4F3}"/>
              </a:ext>
            </a:extLst>
          </p:cNvPr>
          <p:cNvSpPr/>
          <p:nvPr/>
        </p:nvSpPr>
        <p:spPr>
          <a:xfrm>
            <a:off x="8221129" y="4146419"/>
            <a:ext cx="205293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AD8568-DFFB-201A-60E5-FCF538298E4B}"/>
              </a:ext>
            </a:extLst>
          </p:cNvPr>
          <p:cNvSpPr txBox="1"/>
          <p:nvPr/>
        </p:nvSpPr>
        <p:spPr>
          <a:xfrm>
            <a:off x="8124039" y="394149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63F5B6-8410-25F2-5B4F-47A0DEF2CAC1}"/>
              </a:ext>
            </a:extLst>
          </p:cNvPr>
          <p:cNvSpPr/>
          <p:nvPr/>
        </p:nvSpPr>
        <p:spPr>
          <a:xfrm>
            <a:off x="10411531" y="4146419"/>
            <a:ext cx="1617558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1E65B5-3055-7EF0-BBCF-23F98BA8CD23}"/>
              </a:ext>
            </a:extLst>
          </p:cNvPr>
          <p:cNvSpPr txBox="1"/>
          <p:nvPr/>
        </p:nvSpPr>
        <p:spPr>
          <a:xfrm>
            <a:off x="10314441" y="394149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AEDF8969-379E-897F-4E61-50EE8795C87C}"/>
              </a:ext>
            </a:extLst>
          </p:cNvPr>
          <p:cNvSpPr/>
          <p:nvPr/>
        </p:nvSpPr>
        <p:spPr>
          <a:xfrm rot="10800000">
            <a:off x="7875369" y="4224943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334ACAD-54EC-AA4F-B740-CB9B0DD8D5A5}"/>
              </a:ext>
            </a:extLst>
          </p:cNvPr>
          <p:cNvSpPr/>
          <p:nvPr/>
        </p:nvSpPr>
        <p:spPr>
          <a:xfrm>
            <a:off x="7385664" y="4679872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86F7F93-527E-8CF0-80D3-7C22F849AFC2}"/>
              </a:ext>
            </a:extLst>
          </p:cNvPr>
          <p:cNvSpPr/>
          <p:nvPr/>
        </p:nvSpPr>
        <p:spPr>
          <a:xfrm>
            <a:off x="6086423" y="4679872"/>
            <a:ext cx="1156159" cy="29976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Associa Covenant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0048D80-F030-FA04-0CE5-E3C688F9439A}"/>
              </a:ext>
            </a:extLst>
          </p:cNvPr>
          <p:cNvSpPr/>
          <p:nvPr/>
        </p:nvSpPr>
        <p:spPr>
          <a:xfrm rot="1011258">
            <a:off x="7138602" y="445941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1A2CB1-956D-3F95-F977-3B33216DA1FE}"/>
              </a:ext>
            </a:extLst>
          </p:cNvPr>
          <p:cNvSpPr/>
          <p:nvPr/>
        </p:nvSpPr>
        <p:spPr>
          <a:xfrm>
            <a:off x="9117906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3ACF36C-0034-2D74-79E9-478AC10AAB66}"/>
              </a:ext>
            </a:extLst>
          </p:cNvPr>
          <p:cNvSpPr/>
          <p:nvPr/>
        </p:nvSpPr>
        <p:spPr>
          <a:xfrm>
            <a:off x="1046119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Concludi Assegnazione</a:t>
            </a:r>
          </a:p>
        </p:txBody>
      </p:sp>
      <p:pic>
        <p:nvPicPr>
          <p:cNvPr id="36" name="Graphic 35" descr="Garbage outline">
            <a:extLst>
              <a:ext uri="{FF2B5EF4-FFF2-40B4-BE49-F238E27FC236}">
                <a16:creationId xmlns:a16="http://schemas.microsoft.com/office/drawing/2014/main" id="{AB351B61-93FA-52EB-82F8-84EA01B8D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pic>
        <p:nvPicPr>
          <p:cNvPr id="37" name="Graphic 36" descr="Garbage outline">
            <a:extLst>
              <a:ext uri="{FF2B5EF4-FFF2-40B4-BE49-F238E27FC236}">
                <a16:creationId xmlns:a16="http://schemas.microsoft.com/office/drawing/2014/main" id="{1FBE5C4A-EC1C-4DCB-9014-3AB2EA835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3652962"/>
            <a:ext cx="219996" cy="2199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4B69FC-9FE3-7D84-3FA0-E4A906006C1B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74461-F2F3-171E-6671-16C784910ABD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56674E3-0971-3AA3-1B19-AB1FDBD6356F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42DA73-9FD0-8406-0793-71A51C56725C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505544-C156-2FFC-20FD-0001ED09B87C}"/>
              </a:ext>
            </a:extLst>
          </p:cNvPr>
          <p:cNvSpPr/>
          <p:nvPr/>
        </p:nvSpPr>
        <p:spPr>
          <a:xfrm>
            <a:off x="949113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944E24-115F-584B-06F4-EA9585C13C19}"/>
              </a:ext>
            </a:extLst>
          </p:cNvPr>
          <p:cNvSpPr txBox="1"/>
          <p:nvPr/>
        </p:nvSpPr>
        <p:spPr>
          <a:xfrm>
            <a:off x="949295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96D6B4-A00C-CEDA-9805-F8641549EBAC}"/>
              </a:ext>
            </a:extLst>
          </p:cNvPr>
          <p:cNvSpPr/>
          <p:nvPr/>
        </p:nvSpPr>
        <p:spPr>
          <a:xfrm>
            <a:off x="1086440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52455E-7322-FB1F-F267-2D5816CC5E8A}"/>
              </a:ext>
            </a:extLst>
          </p:cNvPr>
          <p:cNvSpPr txBox="1"/>
          <p:nvPr/>
        </p:nvSpPr>
        <p:spPr>
          <a:xfrm>
            <a:off x="1096140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EB3B5A-D99D-4301-CDE1-C933A16EE9FB}"/>
              </a:ext>
            </a:extLst>
          </p:cNvPr>
          <p:cNvSpPr/>
          <p:nvPr/>
        </p:nvSpPr>
        <p:spPr>
          <a:xfrm>
            <a:off x="8130458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Prospettico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BF6FF5-6C8E-3E31-C47D-045BD3186A7A}"/>
              </a:ext>
            </a:extLst>
          </p:cNvPr>
          <p:cNvSpPr txBox="1"/>
          <p:nvPr/>
        </p:nvSpPr>
        <p:spPr>
          <a:xfrm>
            <a:off x="8132273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Note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FB8DECF-6AC8-A2AF-3DAB-56C696DAFAE4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593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D0A02-E043-F770-312F-03E3A0F2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9213182-378A-0B6F-9B89-91535006CE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5131C4-F96F-3CF6-96C0-73AEC95E6B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Agency Desk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53DDA479-1115-6112-43B9-9F9A1A6EFE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E94201-CFC7-6EF3-5529-C1FD0075C4E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D62F28-2656-2628-725E-2D2713706BA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48FB22-4CC1-AEAD-2144-8B5F6B4ECC3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ADF422-2648-B334-6607-A8BE1C8E4C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Graphic 17" descr="Ringer outline">
            <a:extLst>
              <a:ext uri="{FF2B5EF4-FFF2-40B4-BE49-F238E27FC236}">
                <a16:creationId xmlns:a16="http://schemas.microsoft.com/office/drawing/2014/main" id="{6487F913-E50E-43F5-6F69-1FA176B97B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FBF7FC33-AC24-F82E-8ADA-201755845C1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E28E034-184E-BEA0-7419-2C2495DBD0B7}"/>
              </a:ext>
            </a:extLst>
          </p:cNvPr>
          <p:cNvSpPr txBox="1"/>
          <p:nvPr/>
        </p:nvSpPr>
        <p:spPr>
          <a:xfrm>
            <a:off x="251822" y="631909"/>
            <a:ext cx="6855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Assegnazione -  Compliance certificate 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F5FE71-1C22-2590-7F90-04AF72A18B02}"/>
              </a:ext>
            </a:extLst>
          </p:cNvPr>
          <p:cNvGrpSpPr/>
          <p:nvPr/>
        </p:nvGrpSpPr>
        <p:grpSpPr>
          <a:xfrm>
            <a:off x="5482423" y="1066413"/>
            <a:ext cx="390525" cy="5251526"/>
            <a:chOff x="56560" y="1091919"/>
            <a:chExt cx="390525" cy="525152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92DA05-E093-80CD-B5FB-ED877E86D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823" y="1091919"/>
              <a:ext cx="14152" cy="52515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20176D-15C4-5317-400A-49435413B8C4}"/>
                </a:ext>
              </a:extLst>
            </p:cNvPr>
            <p:cNvSpPr/>
            <p:nvPr/>
          </p:nvSpPr>
          <p:spPr>
            <a:xfrm>
              <a:off x="56560" y="3529423"/>
              <a:ext cx="390525" cy="3765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F37173AB-A9ED-9389-1941-7798083A8E2F}"/>
                </a:ext>
              </a:extLst>
            </p:cNvPr>
            <p:cNvSpPr/>
            <p:nvPr/>
          </p:nvSpPr>
          <p:spPr>
            <a:xfrm rot="18916548">
              <a:off x="143821" y="3609682"/>
              <a:ext cx="216000" cy="216000"/>
            </a:xfrm>
            <a:prstGeom prst="halfFrame">
              <a:avLst>
                <a:gd name="adj1" fmla="val 19216"/>
                <a:gd name="adj2" fmla="val 199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87BBD4B-54CF-4BC9-DCA9-BA035CD00BE9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0B2072-56E8-B171-5788-482374CED1F9}"/>
              </a:ext>
            </a:extLst>
          </p:cNvPr>
          <p:cNvSpPr/>
          <p:nvPr/>
        </p:nvSpPr>
        <p:spPr>
          <a:xfrm>
            <a:off x="479297" y="1137198"/>
            <a:ext cx="4632575" cy="52515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CD577F-526F-E714-4572-BD970CA1B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97" y="1533996"/>
            <a:ext cx="3721291" cy="445792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87295AB-04A0-BAE1-D58A-C024204D39FF}"/>
              </a:ext>
            </a:extLst>
          </p:cNvPr>
          <p:cNvGrpSpPr/>
          <p:nvPr/>
        </p:nvGrpSpPr>
        <p:grpSpPr>
          <a:xfrm flipH="1">
            <a:off x="4748639" y="1653430"/>
            <a:ext cx="45719" cy="4067372"/>
            <a:chOff x="11993888" y="4288355"/>
            <a:chExt cx="58608" cy="16601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621CE60-FB5F-01E4-8C09-1D47ABB82493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97D89CB-BA4D-49F6-DCE2-A5485CB065A6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258B36-CB5A-C3C6-C9E3-BA260AB6686C}"/>
              </a:ext>
            </a:extLst>
          </p:cNvPr>
          <p:cNvSpPr/>
          <p:nvPr/>
        </p:nvSpPr>
        <p:spPr>
          <a:xfrm>
            <a:off x="778024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Covenant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1C2A6D-AAF7-C98B-A0D0-DB0D02EFE79D}"/>
              </a:ext>
            </a:extLst>
          </p:cNvPr>
          <p:cNvSpPr txBox="1"/>
          <p:nvPr/>
        </p:nvSpPr>
        <p:spPr>
          <a:xfrm>
            <a:off x="5887101" y="1699268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Covenant 1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F0787A-8061-07F5-5ECF-E148FCEBAF79}"/>
              </a:ext>
            </a:extLst>
          </p:cNvPr>
          <p:cNvSpPr txBox="1"/>
          <p:nvPr/>
        </p:nvSpPr>
        <p:spPr>
          <a:xfrm>
            <a:off x="1031444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1C7FF90-C795-F0B9-CA20-DE146FA26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1105"/>
              </p:ext>
            </p:extLst>
          </p:nvPr>
        </p:nvGraphicFramePr>
        <p:xfrm>
          <a:off x="5861154" y="2694092"/>
          <a:ext cx="6032740" cy="960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431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3139953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2011734738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59033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506525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548431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372333"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17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u="sng" kern="1200" noProof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Modifica Assegnazione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</a:tbl>
          </a:graphicData>
        </a:graphic>
      </p:graphicFrame>
      <p:sp>
        <p:nvSpPr>
          <p:cNvPr id="32" name="Arrow: Right 31">
            <a:extLst>
              <a:ext uri="{FF2B5EF4-FFF2-40B4-BE49-F238E27FC236}">
                <a16:creationId xmlns:a16="http://schemas.microsoft.com/office/drawing/2014/main" id="{73E06347-4688-2B7E-596B-3998BF180831}"/>
              </a:ext>
            </a:extLst>
          </p:cNvPr>
          <p:cNvSpPr/>
          <p:nvPr/>
        </p:nvSpPr>
        <p:spPr>
          <a:xfrm rot="1011258">
            <a:off x="10083061" y="97412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6B02346-CE60-F2CE-4DCD-02B2C773AB26}"/>
              </a:ext>
            </a:extLst>
          </p:cNvPr>
          <p:cNvSpPr/>
          <p:nvPr/>
        </p:nvSpPr>
        <p:spPr>
          <a:xfrm>
            <a:off x="9117906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330DEF3-6084-1A00-D5DF-E201C3CF637D}"/>
              </a:ext>
            </a:extLst>
          </p:cNvPr>
          <p:cNvSpPr/>
          <p:nvPr/>
        </p:nvSpPr>
        <p:spPr>
          <a:xfrm>
            <a:off x="10461199" y="1194584"/>
            <a:ext cx="1156159" cy="29976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Concludi Assegnazione</a:t>
            </a:r>
          </a:p>
        </p:txBody>
      </p:sp>
      <p:pic>
        <p:nvPicPr>
          <p:cNvPr id="37" name="Graphic 36" descr="Garbage outline">
            <a:extLst>
              <a:ext uri="{FF2B5EF4-FFF2-40B4-BE49-F238E27FC236}">
                <a16:creationId xmlns:a16="http://schemas.microsoft.com/office/drawing/2014/main" id="{3BDECBC1-0892-1AA2-A329-9083CF7302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0137" y="1687130"/>
            <a:ext cx="219996" cy="2199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B1A59-2878-632D-0852-8C9241A9A0DE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8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F67F0-A7D0-6F18-88CC-CC563248D4B9}"/>
              </a:ext>
            </a:extLst>
          </p:cNvPr>
          <p:cNvSpPr txBox="1"/>
          <p:nvPr/>
        </p:nvSpPr>
        <p:spPr>
          <a:xfrm>
            <a:off x="5887101" y="1986501"/>
            <a:ext cx="2310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Seleziona Tipologia Covenant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02859412-C247-28D5-9115-76E7D00565C4}"/>
              </a:ext>
            </a:extLst>
          </p:cNvPr>
          <p:cNvSpPr/>
          <p:nvPr/>
        </p:nvSpPr>
        <p:spPr>
          <a:xfrm rot="10800000">
            <a:off x="7875369" y="2269946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2D574B-3E34-CC93-DF9C-4F3A938D5AD2}"/>
              </a:ext>
            </a:extLst>
          </p:cNvPr>
          <p:cNvSpPr/>
          <p:nvPr/>
        </p:nvSpPr>
        <p:spPr>
          <a:xfrm>
            <a:off x="5984190" y="2191422"/>
            <a:ext cx="2116627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M2C5 - </a:t>
            </a:r>
            <a:r>
              <a:rPr lang="it-IT" sz="800" err="1">
                <a:solidFill>
                  <a:schemeClr val="tx1"/>
                </a:solidFill>
              </a:rPr>
              <a:t>Loan</a:t>
            </a:r>
            <a:r>
              <a:rPr lang="it-IT" sz="800">
                <a:solidFill>
                  <a:schemeClr val="tx1"/>
                </a:solidFill>
              </a:rPr>
              <a:t> To Value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66DE77-6009-8F46-27A4-A05D57761588}"/>
              </a:ext>
            </a:extLst>
          </p:cNvPr>
          <p:cNvSpPr/>
          <p:nvPr/>
        </p:nvSpPr>
        <p:spPr>
          <a:xfrm>
            <a:off x="9491135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60206E-8ED6-C41F-76D2-2AE09A03A382}"/>
              </a:ext>
            </a:extLst>
          </p:cNvPr>
          <p:cNvSpPr txBox="1"/>
          <p:nvPr/>
        </p:nvSpPr>
        <p:spPr>
          <a:xfrm>
            <a:off x="9492950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Importo Monitorato 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EC45AD-B90D-EA6E-2B78-752AFEFB2F4F}"/>
              </a:ext>
            </a:extLst>
          </p:cNvPr>
          <p:cNvSpPr/>
          <p:nvPr/>
        </p:nvSpPr>
        <p:spPr>
          <a:xfrm>
            <a:off x="10864403" y="2191422"/>
            <a:ext cx="116468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30/06/2025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B1CE95-9DA1-4580-7E16-F74DCF445808}"/>
              </a:ext>
            </a:extLst>
          </p:cNvPr>
          <p:cNvSpPr txBox="1"/>
          <p:nvPr/>
        </p:nvSpPr>
        <p:spPr>
          <a:xfrm>
            <a:off x="10961403" y="1986501"/>
            <a:ext cx="166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>
                <a:solidFill>
                  <a:schemeClr val="tx1"/>
                </a:solidFill>
              </a:rPr>
              <a:t>Data di Riferimento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DA2073-F80C-8806-B2B9-A87AB57AE07C}"/>
              </a:ext>
            </a:extLst>
          </p:cNvPr>
          <p:cNvSpPr/>
          <p:nvPr/>
        </p:nvSpPr>
        <p:spPr>
          <a:xfrm>
            <a:off x="8130458" y="2191422"/>
            <a:ext cx="1265532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Prospettico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FD8476-7D3F-2F0D-2D7E-6DF1888354BD}"/>
              </a:ext>
            </a:extLst>
          </p:cNvPr>
          <p:cNvSpPr txBox="1"/>
          <p:nvPr/>
        </p:nvSpPr>
        <p:spPr>
          <a:xfrm>
            <a:off x="8132273" y="1986501"/>
            <a:ext cx="14244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1"/>
              <a:t>Note</a:t>
            </a:r>
            <a:endParaRPr lang="it-IT" sz="1000" b="1">
              <a:solidFill>
                <a:schemeClr val="tx1"/>
              </a:solidFill>
            </a:endParaRPr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C1DC9BB-E718-116C-80E2-943DC2EDC14E}"/>
              </a:ext>
            </a:extLst>
          </p:cNvPr>
          <p:cNvSpPr/>
          <p:nvPr/>
        </p:nvSpPr>
        <p:spPr>
          <a:xfrm rot="10800000">
            <a:off x="7840531" y="2261232"/>
            <a:ext cx="177435" cy="2249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770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2B99-30F9-87DE-AB05-2AD0EFBE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166CB5-6875-55E0-9FD4-140F8FCABC3C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C34AE-95DA-526C-C2AD-B54298DDB2C1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F69D43-4F85-56EF-79FA-03B790A49F6B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CBD5A5-FC70-38D7-C3A5-0C503F04ED4B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4A125319-674C-158B-6E5B-A55362F8CAAD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088BC0-53EF-AFCB-2AE8-08F1A1A26F0B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9203125-61B3-9584-63D3-D20096DC59B9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C0C676-AF85-80D9-C0DA-9C1D72AACF96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AB10113-11DF-1183-3F20-4784E6DD6287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22872451-B9D6-34E0-FA02-881A7E4979B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B075C382-1F6C-8B14-7570-FA571BAFC5A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23E3CBC-1A90-11AA-451F-3771938ECC9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C8B2E6-1477-37D1-FE0B-135A041AFDFF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DD408F1-B384-BCF6-79AE-06839BA16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EA082A-73A1-D364-5552-422C693529B2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0FB93-2B8C-DDCD-83F7-44E4ADF0715A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486252-5CEC-4331-27F6-1F2EB219F94E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FB5669-EA4E-2DB2-E426-61B8C8BE3F4E}"/>
              </a:ext>
            </a:extLst>
          </p:cNvPr>
          <p:cNvSpPr/>
          <p:nvPr/>
        </p:nvSpPr>
        <p:spPr>
          <a:xfrm>
            <a:off x="1427183" y="1829876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 err="1">
                <a:solidFill>
                  <a:schemeClr val="tx1"/>
                </a:solidFill>
              </a:rPr>
              <a:t>Overview</a:t>
            </a:r>
            <a:r>
              <a:rPr lang="it-IT" sz="1400" b="1">
                <a:solidFill>
                  <a:schemeClr val="tx1"/>
                </a:solidFill>
              </a:rPr>
              <a:t> Covenant | Pratica 002 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71665CD-DF13-E675-A3DC-61B9735ADF3A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A74D5B19-4A2C-7175-9C2F-76EFCF33D854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5A99640-3570-20FD-C8E7-216C72F624D3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0A86FF24-E0A1-D79C-4F5F-731FCB3635AA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9C1869F-BBA5-61BE-FBDA-2194FF069716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2841C4D-25E9-67B7-5442-386708B027E2}"/>
              </a:ext>
            </a:extLst>
          </p:cNvPr>
          <p:cNvSpPr txBox="1"/>
          <p:nvPr/>
        </p:nvSpPr>
        <p:spPr>
          <a:xfrm>
            <a:off x="9705705" y="796003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1A7093-7F57-71F6-F784-A3304F98EF63}"/>
              </a:ext>
            </a:extLst>
          </p:cNvPr>
          <p:cNvSpPr txBox="1"/>
          <p:nvPr/>
        </p:nvSpPr>
        <p:spPr>
          <a:xfrm>
            <a:off x="8098269" y="796003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/>
              <a:t>mario.rossi@intesasanpaolo.it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5152D3-F06F-3F09-DA17-447AB57CD511}"/>
              </a:ext>
            </a:extLst>
          </p:cNvPr>
          <p:cNvSpPr txBox="1"/>
          <p:nvPr/>
        </p:nvSpPr>
        <p:spPr>
          <a:xfrm>
            <a:off x="8170187" y="621210"/>
            <a:ext cx="1495695" cy="12311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Utente Banca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B244E-D690-0C87-805E-C78BFA568617}"/>
              </a:ext>
            </a:extLst>
          </p:cNvPr>
          <p:cNvSpPr/>
          <p:nvPr/>
        </p:nvSpPr>
        <p:spPr>
          <a:xfrm>
            <a:off x="1427183" y="21099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200">
                <a:solidFill>
                  <a:schemeClr val="tx1"/>
                </a:solidFill>
              </a:rPr>
              <a:t>Sezione Compliance Certificate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0A0EC7-BD90-B8E2-27C5-46FAD41C0779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EA699B-B837-0C2D-B413-AE3D4B1ABE05}"/>
              </a:ext>
            </a:extLst>
          </p:cNvPr>
          <p:cNvSpPr/>
          <p:nvPr/>
        </p:nvSpPr>
        <p:spPr>
          <a:xfrm>
            <a:off x="1556004" y="2467051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5</a:t>
            </a:r>
          </a:p>
        </p:txBody>
      </p:sp>
      <p:pic>
        <p:nvPicPr>
          <p:cNvPr id="55" name="Graphic 54" descr="Comment Add outline">
            <a:extLst>
              <a:ext uri="{FF2B5EF4-FFF2-40B4-BE49-F238E27FC236}">
                <a16:creationId xmlns:a16="http://schemas.microsoft.com/office/drawing/2014/main" id="{E09D72F2-C297-BA6C-6E2E-F9B6114BF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554586"/>
            <a:ext cx="165600" cy="165600"/>
          </a:xfrm>
          <a:prstGeom prst="rect">
            <a:avLst/>
          </a:prstGeom>
        </p:spPr>
      </p:pic>
      <p:pic>
        <p:nvPicPr>
          <p:cNvPr id="59" name="Graphic 58" descr="Download outline">
            <a:extLst>
              <a:ext uri="{FF2B5EF4-FFF2-40B4-BE49-F238E27FC236}">
                <a16:creationId xmlns:a16="http://schemas.microsoft.com/office/drawing/2014/main" id="{5F2F2C4E-52A7-118F-1B20-DA9BEBADD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554586"/>
            <a:ext cx="165600" cy="1656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9CCB827-FDE2-3ACC-2236-DBDAF226B86C}"/>
              </a:ext>
            </a:extLst>
          </p:cNvPr>
          <p:cNvSpPr/>
          <p:nvPr/>
        </p:nvSpPr>
        <p:spPr>
          <a:xfrm>
            <a:off x="2969720" y="2522152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99C28F-8CB7-F155-6544-13113718A187}"/>
              </a:ext>
            </a:extLst>
          </p:cNvPr>
          <p:cNvSpPr/>
          <p:nvPr/>
        </p:nvSpPr>
        <p:spPr>
          <a:xfrm>
            <a:off x="1556004" y="2895257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4</a:t>
            </a:r>
          </a:p>
        </p:txBody>
      </p:sp>
      <p:pic>
        <p:nvPicPr>
          <p:cNvPr id="49" name="Graphic 48" descr="Comment Add outline">
            <a:extLst>
              <a:ext uri="{FF2B5EF4-FFF2-40B4-BE49-F238E27FC236}">
                <a16:creationId xmlns:a16="http://schemas.microsoft.com/office/drawing/2014/main" id="{D17B46A0-7EA4-29AB-D013-BD3E3398D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2982792"/>
            <a:ext cx="165600" cy="165600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23D2AC3-5410-0360-C2A2-41345EEC9BDF}"/>
              </a:ext>
            </a:extLst>
          </p:cNvPr>
          <p:cNvSpPr/>
          <p:nvPr/>
        </p:nvSpPr>
        <p:spPr>
          <a:xfrm>
            <a:off x="6739468" y="2982792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54" name="Graphic 53" descr="Download outline">
            <a:extLst>
              <a:ext uri="{FF2B5EF4-FFF2-40B4-BE49-F238E27FC236}">
                <a16:creationId xmlns:a16="http://schemas.microsoft.com/office/drawing/2014/main" id="{1EB6D71B-9202-5325-8A84-547CE525A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2982792"/>
            <a:ext cx="165600" cy="1656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5E10B96-6033-532F-7D6C-BE7F01B9CD6F}"/>
              </a:ext>
            </a:extLst>
          </p:cNvPr>
          <p:cNvSpPr/>
          <p:nvPr/>
        </p:nvSpPr>
        <p:spPr>
          <a:xfrm>
            <a:off x="2969720" y="2950358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21/03/2025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08A8E2-BA73-E352-E941-2A4A8850C599}"/>
              </a:ext>
            </a:extLst>
          </p:cNvPr>
          <p:cNvSpPr/>
          <p:nvPr/>
        </p:nvSpPr>
        <p:spPr>
          <a:xfrm>
            <a:off x="1556004" y="3336584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3</a:t>
            </a:r>
          </a:p>
        </p:txBody>
      </p:sp>
      <p:pic>
        <p:nvPicPr>
          <p:cNvPr id="64" name="Graphic 63" descr="Comment Add outline">
            <a:extLst>
              <a:ext uri="{FF2B5EF4-FFF2-40B4-BE49-F238E27FC236}">
                <a16:creationId xmlns:a16="http://schemas.microsoft.com/office/drawing/2014/main" id="{BB6867BD-50FE-0661-7821-17066E25D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424119"/>
            <a:ext cx="165600" cy="165600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AFC9EDB-B708-F0C6-5811-BD078368B477}"/>
              </a:ext>
            </a:extLst>
          </p:cNvPr>
          <p:cNvSpPr/>
          <p:nvPr/>
        </p:nvSpPr>
        <p:spPr>
          <a:xfrm>
            <a:off x="6739468" y="3424119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66" name="Graphic 65" descr="Download outline">
            <a:extLst>
              <a:ext uri="{FF2B5EF4-FFF2-40B4-BE49-F238E27FC236}">
                <a16:creationId xmlns:a16="http://schemas.microsoft.com/office/drawing/2014/main" id="{A1AB5007-ECDC-DE01-4623-510D24F472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424119"/>
            <a:ext cx="165600" cy="165600"/>
          </a:xfrm>
          <a:prstGeom prst="rect">
            <a:avLst/>
          </a:prstGeom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EA19627-CCB7-995A-92D7-C3AD0C065472}"/>
              </a:ext>
            </a:extLst>
          </p:cNvPr>
          <p:cNvSpPr/>
          <p:nvPr/>
        </p:nvSpPr>
        <p:spPr>
          <a:xfrm>
            <a:off x="2969720" y="3391685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21/03/2024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ED256BA-8112-995A-67E2-96753088B7EA}"/>
              </a:ext>
            </a:extLst>
          </p:cNvPr>
          <p:cNvSpPr/>
          <p:nvPr/>
        </p:nvSpPr>
        <p:spPr>
          <a:xfrm>
            <a:off x="1556004" y="3800565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2</a:t>
            </a:r>
          </a:p>
        </p:txBody>
      </p:sp>
      <p:pic>
        <p:nvPicPr>
          <p:cNvPr id="69" name="Graphic 68" descr="Comment Add outline">
            <a:extLst>
              <a:ext uri="{FF2B5EF4-FFF2-40B4-BE49-F238E27FC236}">
                <a16:creationId xmlns:a16="http://schemas.microsoft.com/office/drawing/2014/main" id="{C5B07EEE-CBF8-EFF7-F082-3CE5F69F3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888100"/>
            <a:ext cx="165600" cy="165600"/>
          </a:xfrm>
          <a:prstGeom prst="rect">
            <a:avLst/>
          </a:prstGeom>
        </p:spPr>
      </p:pic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3AD69450-C347-3408-97F1-0F6D4BC9F2BB}"/>
              </a:ext>
            </a:extLst>
          </p:cNvPr>
          <p:cNvSpPr/>
          <p:nvPr/>
        </p:nvSpPr>
        <p:spPr>
          <a:xfrm>
            <a:off x="6739468" y="3888100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74" name="Graphic 73" descr="Download outline">
            <a:extLst>
              <a:ext uri="{FF2B5EF4-FFF2-40B4-BE49-F238E27FC236}">
                <a16:creationId xmlns:a16="http://schemas.microsoft.com/office/drawing/2014/main" id="{8F444E11-AEB5-1FD7-CB2A-C199AB7B7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888100"/>
            <a:ext cx="165600" cy="16560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FE2DF1F-A845-7496-F078-53DB7639103E}"/>
              </a:ext>
            </a:extLst>
          </p:cNvPr>
          <p:cNvSpPr/>
          <p:nvPr/>
        </p:nvSpPr>
        <p:spPr>
          <a:xfrm>
            <a:off x="2969720" y="3855666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21/03/2023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D482B61-85B4-6094-EC03-F04221CFE48C}"/>
              </a:ext>
            </a:extLst>
          </p:cNvPr>
          <p:cNvSpPr/>
          <p:nvPr/>
        </p:nvSpPr>
        <p:spPr>
          <a:xfrm>
            <a:off x="1556004" y="427060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Compliance Certificate 1</a:t>
            </a:r>
          </a:p>
        </p:txBody>
      </p:sp>
      <p:pic>
        <p:nvPicPr>
          <p:cNvPr id="77" name="Graphic 76" descr="Comment Add outline">
            <a:extLst>
              <a:ext uri="{FF2B5EF4-FFF2-40B4-BE49-F238E27FC236}">
                <a16:creationId xmlns:a16="http://schemas.microsoft.com/office/drawing/2014/main" id="{81D16F27-15EB-F62F-99D3-D51BF5FFB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4358137"/>
            <a:ext cx="165600" cy="165600"/>
          </a:xfrm>
          <a:prstGeom prst="rect">
            <a:avLst/>
          </a:prstGeom>
        </p:spPr>
      </p:pic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378B5F4-9F7C-7CA2-7443-33CA8403C5DB}"/>
              </a:ext>
            </a:extLst>
          </p:cNvPr>
          <p:cNvSpPr/>
          <p:nvPr/>
        </p:nvSpPr>
        <p:spPr>
          <a:xfrm>
            <a:off x="6739468" y="4358137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  <p:pic>
        <p:nvPicPr>
          <p:cNvPr id="79" name="Graphic 78" descr="Download outline">
            <a:extLst>
              <a:ext uri="{FF2B5EF4-FFF2-40B4-BE49-F238E27FC236}">
                <a16:creationId xmlns:a16="http://schemas.microsoft.com/office/drawing/2014/main" id="{EC392903-3FFF-5423-4F27-BE44E9AB7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4358137"/>
            <a:ext cx="165600" cy="165600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8B25BB3-5BB3-DC36-9886-0EE7EA8ACB4D}"/>
              </a:ext>
            </a:extLst>
          </p:cNvPr>
          <p:cNvSpPr/>
          <p:nvPr/>
        </p:nvSpPr>
        <p:spPr>
          <a:xfrm>
            <a:off x="2969720" y="4325703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21/03/2022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39BA08-0231-6798-33EA-5E6F86358225}"/>
              </a:ext>
            </a:extLst>
          </p:cNvPr>
          <p:cNvSpPr/>
          <p:nvPr/>
        </p:nvSpPr>
        <p:spPr>
          <a:xfrm>
            <a:off x="8851870" y="2531967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623D77-B19F-3E04-987A-98DE23A15727}"/>
              </a:ext>
            </a:extLst>
          </p:cNvPr>
          <p:cNvSpPr/>
          <p:nvPr/>
        </p:nvSpPr>
        <p:spPr>
          <a:xfrm>
            <a:off x="1545709" y="13558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903EF5-8F26-2972-7B77-3AAE91A1BC4A}"/>
              </a:ext>
            </a:extLst>
          </p:cNvPr>
          <p:cNvSpPr/>
          <p:nvPr/>
        </p:nvSpPr>
        <p:spPr>
          <a:xfrm>
            <a:off x="3147461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19E495-FE71-77DA-1531-B60AA36B7BFB}"/>
              </a:ext>
            </a:extLst>
          </p:cNvPr>
          <p:cNvSpPr/>
          <p:nvPr/>
        </p:nvSpPr>
        <p:spPr>
          <a:xfrm>
            <a:off x="4748436" y="13558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BB437FC-3A4F-3B47-A7C7-26E928BE5145}"/>
              </a:ext>
            </a:extLst>
          </p:cNvPr>
          <p:cNvSpPr/>
          <p:nvPr/>
        </p:nvSpPr>
        <p:spPr>
          <a:xfrm>
            <a:off x="8837033" y="2982792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4716219-FE25-78CD-9631-E09596408989}"/>
              </a:ext>
            </a:extLst>
          </p:cNvPr>
          <p:cNvSpPr/>
          <p:nvPr/>
        </p:nvSpPr>
        <p:spPr>
          <a:xfrm>
            <a:off x="8837033" y="3424119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AF6B726-946D-E198-75DA-1A74BAB71DB0}"/>
              </a:ext>
            </a:extLst>
          </p:cNvPr>
          <p:cNvSpPr/>
          <p:nvPr/>
        </p:nvSpPr>
        <p:spPr>
          <a:xfrm>
            <a:off x="8837033" y="3888100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65B82B3-690B-700D-0C04-BD8508D1E50D}"/>
              </a:ext>
            </a:extLst>
          </p:cNvPr>
          <p:cNvSpPr/>
          <p:nvPr/>
        </p:nvSpPr>
        <p:spPr>
          <a:xfrm>
            <a:off x="8837033" y="4358137"/>
            <a:ext cx="1156159" cy="21083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Visualizza Assegnazione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5C61D0-EFBA-1AB8-C573-EA8757D80795}"/>
              </a:ext>
            </a:extLst>
          </p:cNvPr>
          <p:cNvSpPr/>
          <p:nvPr/>
        </p:nvSpPr>
        <p:spPr>
          <a:xfrm>
            <a:off x="6739468" y="2554586"/>
            <a:ext cx="706361" cy="165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Completato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4994757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21CF-7FD4-7642-1E1C-07351D97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C06AEC-B34A-CDF4-B68F-C3070F923EE2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3B74C-D454-E4CD-DA28-77AB097591D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490E4-E84C-8371-AF2A-4E68F867C52D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2142DA-DCBE-B750-43FA-7EC873655A1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9592D766-3910-E712-1D29-A9898454EB7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BD7095-BEE3-6E36-904F-816AEF5A3EE5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2A935CE-A7EB-7FEE-274A-D0AC5F0C3FEA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162FF94-2176-40D0-047B-0BF612DE1183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9942050-4910-670D-BC50-192E41816777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3828FC00-0FF1-139A-C63B-EB6F0B72726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1AA21095-7503-AFA8-EDD2-F7080DC3E53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2054B76-EAE7-3511-7C26-0508BEFD39CE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A1C994-2A44-22EF-F6C9-EBAA82A72E60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1CA2F02-E168-2E8C-078F-659F8C744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8F9C90-E8DE-C815-7F19-E6E951E1E1AA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0DFF0-78C6-042E-7581-33FFFD121E0A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AEE6CB8-BD7B-3525-2BAE-B7B65352B9EA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EA102BB-4B8E-D14B-7620-50A06C66BF0A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48926EE-7966-A579-3390-C7D8CFD2165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C9D3EC3-A8E9-2176-1516-E550E86751F0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1037D17-C767-3B6D-4011-FE6FF2F000BE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717DD-D607-11FA-D66B-8FFFDD45BE3A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A490DE-60D0-F01F-AD63-E1661727ED13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933C354-3273-FDB7-229C-B3C4B0CC98BC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B161543-F3DD-9E5F-408D-6B85AD8B7EC7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076C12B-8066-0013-371E-7E6675F43B4F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7F149135-B5E1-8F45-160A-5EA1697CF66E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833B8E9D-E6BE-1B6B-5044-9A873FBE7826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58BFC23D-330A-B790-AFCD-EABD422493C4}"/>
              </a:ext>
            </a:extLst>
          </p:cNvPr>
          <p:cNvGraphicFramePr>
            <a:graphicFrameLocks noGrp="1"/>
          </p:cNvGraphicFramePr>
          <p:nvPr/>
        </p:nvGraphicFramePr>
        <p:xfrm>
          <a:off x="1492869" y="2971788"/>
          <a:ext cx="10187386" cy="2895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8D9F12A1-20BF-061E-1615-7327C1D04788}"/>
              </a:ext>
            </a:extLst>
          </p:cNvPr>
          <p:cNvSpPr/>
          <p:nvPr/>
        </p:nvSpPr>
        <p:spPr>
          <a:xfrm>
            <a:off x="8330619" y="1283002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Dati Covenant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23C7073-466E-642D-3903-46193DA5EEF9}"/>
              </a:ext>
            </a:extLst>
          </p:cNvPr>
          <p:cNvSpPr/>
          <p:nvPr/>
        </p:nvSpPr>
        <p:spPr>
          <a:xfrm rot="1011258">
            <a:off x="7807313" y="1270864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9790CA-12AB-F3BE-4E8A-A15F8B373C43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C802DC76-C6CE-249C-DF1A-93E74FBD8CBF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E32E31-69A6-6098-B00D-6367B3D2D74F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C27303-C975-5C02-EBD5-E44C6D390561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A303096B-18B9-D751-8710-A6F691801F2F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7009AE-8F4B-E49E-BAB1-75BC7A31C13C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A8C586-1C28-6145-BD56-19985C098EC1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804A9FEF-83B3-A7B3-F6FB-394C0D4B5162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9BF3C1-A165-34D3-ED8B-F8D5F4217782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C8A3CD-C100-B501-EF23-D41AA4C8A081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B11319-0B53-B094-9A5B-10AD4EF3806F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B29347-895F-6CD9-105F-75C57BA71341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298E4E-4B0C-AC2F-E638-E6C6385CBC3A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98BD46E-5FDB-AC06-4430-8A83452022CC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D48832-3C3E-2355-7073-C16BC6305A5C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2F813-6CE7-4D7C-2986-382EBB7DEE62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33D004-9292-4B56-ACA7-2215E7C5E391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F4DAC3-9E5B-74A9-0826-EF9AEB59396A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595863-4A79-CE74-C869-70F644FECB4E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EE862B-BDD9-3CA4-0900-1BE6E6DE7C3E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42B1D0E-1BA4-CF45-AEB9-B6B32C1F3992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9307A2-BD2C-3897-337A-B0C61536EC22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6A3CEA-392E-FF27-C6DA-D0CBBEE6B742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3D3EE73-BE41-6EAE-5023-5EE241B8E0A1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D1BB2EA-5B11-F46B-EA0D-A56B29E4A859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6D91FF0-6971-CA04-4F58-4E429D7E3840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610BA0-5D70-57D4-86E8-450F6DB37FDB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459E741-EFE3-C829-1C32-94EB925A0228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A217ED3-613E-8D42-D3AF-BB384514877A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DC16E76-9AE7-F60B-5F70-28BB36C9FF63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B569DB3-D7EF-D070-3D9E-6EF97151829A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6207695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9120-F609-3810-017D-51312EB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B00FC-8F78-C823-0031-B10E0C6EABED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A5A759-C547-7530-C214-96F975E3427E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910D8-8EE7-30DA-4106-621A4C24DCFA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654266-D4D2-BFDB-F638-C05CA6BFB2DE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E5C7D286-D77A-1225-91B5-461D2AD5CE6B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D68463-B68C-43AF-A4CD-45AEFBCF598C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C70272-136B-1A17-543F-2AD1B1DFAFE1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EFEF2B-AEF2-E162-C672-0A1F0413818C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A400996-DEBB-2FF7-BDF6-A7239B4FC1B2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77C81FF0-8F1C-4EDF-8A0A-F61F573258F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13321378-86A5-E794-D64E-E7726D5A99B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8EB61B9-CBCA-88B8-2990-5988CF2EBBD0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EA4461-F3E5-FB33-8347-C9ACF4B157E2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3297395-D011-2AB0-51D8-96F9CB0BE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1DEDD7-05C2-0023-1BB2-BE3B731E9ED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1437EE-812C-A829-A25E-63E4563EBBA4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F783D2C-A066-4739-6970-19F0CCBA7278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00CF0ED-F8CC-A7B9-6E9D-D367854479B3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3B54431-4CBA-0141-EB3E-86F569D604EB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F5023E37-129C-9DD4-C539-8364EAF03A55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2A45187-4B0E-9638-B80C-5DE2042E180F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A9696-9E99-FC1B-E993-770F883982EF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30C3B-983D-7897-DBFE-45BFDC744FD6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B81E3DC-97B0-9C8C-E5AE-56CB2FA93EA3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CC0C1EF0-DF04-CFB1-4207-2DAE72ADE090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6" name="Rectangle: Top Corners Rounded 155">
            <a:extLst>
              <a:ext uri="{FF2B5EF4-FFF2-40B4-BE49-F238E27FC236}">
                <a16:creationId xmlns:a16="http://schemas.microsoft.com/office/drawing/2014/main" id="{43AED734-787F-6EDB-D177-F4438F902311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4D0A5C6-08B1-71B5-DC91-D47E7193908B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9" name="Rectangle: Top Corners Rounded 158">
            <a:extLst>
              <a:ext uri="{FF2B5EF4-FFF2-40B4-BE49-F238E27FC236}">
                <a16:creationId xmlns:a16="http://schemas.microsoft.com/office/drawing/2014/main" id="{D666427B-5C9B-1A64-6460-61E3C16F97EF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68B21DE-DD57-6BB9-04B4-0692FE88603F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BF3E1207-A13B-9D53-F6B9-59752222F368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79F1C738-F92F-B657-2C28-E43BD2936097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464A7197-E8A3-0EB5-2662-A4B4561F46C2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5" name="Rectangle: Top Corners Rounded 164">
            <a:extLst>
              <a:ext uri="{FF2B5EF4-FFF2-40B4-BE49-F238E27FC236}">
                <a16:creationId xmlns:a16="http://schemas.microsoft.com/office/drawing/2014/main" id="{6FC6A10E-025B-F2A8-9E7B-130BFEA638D4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CE6CBC83-CACA-7E8F-1240-76CDD8DEFB8F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919D6B35-97FF-599A-B03A-FB79D04EB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65768"/>
              </p:ext>
            </p:extLst>
          </p:nvPr>
        </p:nvGraphicFramePr>
        <p:xfrm>
          <a:off x="1492869" y="2971788"/>
          <a:ext cx="10187386" cy="2895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4D8C4D7-F67C-C01F-3668-67B5FEA5A59E}"/>
              </a:ext>
            </a:extLst>
          </p:cNvPr>
          <p:cNvSpPr/>
          <p:nvPr/>
        </p:nvSpPr>
        <p:spPr>
          <a:xfrm>
            <a:off x="8330619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Salva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18485AD-FBEF-E7E4-C4C2-F48B1EA0FF7E}"/>
              </a:ext>
            </a:extLst>
          </p:cNvPr>
          <p:cNvSpPr/>
          <p:nvPr/>
        </p:nvSpPr>
        <p:spPr>
          <a:xfrm>
            <a:off x="10170343" y="6095445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Monitoraggio</a:t>
            </a:r>
          </a:p>
        </p:txBody>
      </p:sp>
      <p:sp>
        <p:nvSpPr>
          <p:cNvPr id="191" name="Arrow: Right 190">
            <a:extLst>
              <a:ext uri="{FF2B5EF4-FFF2-40B4-BE49-F238E27FC236}">
                <a16:creationId xmlns:a16="http://schemas.microsoft.com/office/drawing/2014/main" id="{05D1C2CD-1EE8-0E72-0AF9-73CA353A931D}"/>
              </a:ext>
            </a:extLst>
          </p:cNvPr>
          <p:cNvSpPr/>
          <p:nvPr/>
        </p:nvSpPr>
        <p:spPr>
          <a:xfrm rot="1011258">
            <a:off x="9764881" y="614474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A634AB39-4EB5-BC85-BA70-68F6F8D16503}"/>
              </a:ext>
            </a:extLst>
          </p:cNvPr>
          <p:cNvSpPr/>
          <p:nvPr/>
        </p:nvSpPr>
        <p:spPr>
          <a:xfrm>
            <a:off x="9158015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1D2587-D062-18D4-6A2C-70DE83FBC338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F47375E-A9A3-967E-D88C-7C7BA4A40503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D6781-BD50-F08B-BFC6-941248CB9198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1E4FB7-F483-D351-ECC0-32B1A386E3C9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EBD9362-3386-EC47-6EB7-25AC9A083B6B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AC928F-2F6F-4D94-CB2B-A0FD0040EEE8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98FCD1-5086-0861-2259-B9E629B5C2E1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DEA97793-DB5B-F733-850D-BBBF100784D3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8882A6-134A-2B89-EF9E-1614184084FD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6FBB04-2639-97C5-48ED-974C58689BD1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4CDD1D-79DE-ADBC-2DEC-F8AEE746ABD8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AAA8262-977C-A199-ED5D-55ED6C110B93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5DD927-34FF-6EDE-992D-E54315879E76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88169-EF15-1A50-95E0-7C65DDE1785C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EA33EE-BE01-E323-7137-4AE4158B61E9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04CFA5-551A-3C73-864F-91CB3F6D321F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C0D384-E58B-3402-2680-306B7C004D11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3A83EF-E872-F1E1-761E-E8ED313FCF97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DEC822-99F8-75C6-4A29-932348BC2494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0535725-03A9-BD88-D9AE-346DF55381D6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1A9AE26-5438-35E5-9704-B4BD211B7FEC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3D3866-A911-268A-FAD3-7B3D490F6FB8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380048A-7DD8-0061-E6C6-3EC4FFF409BC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7AD766B-6020-B674-65E3-809241422D9E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B210EFC-9812-024E-AB6C-7A6D7896543E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A04D9C6-A288-CD2A-56D3-59E7696D081A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F92582-80C3-3CEA-9463-E8EA717C4297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E8C9D2-67FA-5A2E-70D4-A78F6C2A575F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1585B41-D0CB-5C2B-DEDA-99C471369F6D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5BF01F6-342A-BE60-9F1B-0659C941968B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A0D1D1-FA3A-193E-5AC9-F3A5F3CC756E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6973542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F71D-14F5-4541-C85F-CD2D3F92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2E3799-6AD2-D9B5-5A13-E68F26B578CC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A007E-5AC8-6F3D-F32F-75EA4CB09C1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822FEC-9AEC-D62A-F772-BC157D78C04C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F3D531-2FB9-C598-2013-7AA8F290ED5B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557B0EEE-6699-48DF-7077-3A8670E7B27E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76CFC2-71BB-B46B-818D-45A910DAB86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818FB64-E516-2001-5D46-74D9270BEFFE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3682FE-9860-BC01-98E2-CA2670B37C38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B854E20-7DA5-4C38-C8A3-B2DBEB27DBC9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335A720D-454F-29FE-85C5-70152FC5B51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B60FE135-892A-CBFB-D1F0-D271A858870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8669DC3-99DC-7568-FD79-7E0BDFB4F6F4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16B44A-675B-0FF8-6481-30833AC4B26E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648DFBE-8AFE-1924-44C5-F9E63F739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FFB54B-4633-9D98-06B7-CD9925815FBE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2F4BE7-1699-AF35-311C-53AD0851789B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23127AB-B512-76C6-79D2-FA01966D9C66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F5B8EB4-E5C1-F1D9-2CAF-5AFEB3299F6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877768F-188E-5A00-CE3D-5CE494F3CC27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8CF03AD-9071-6D87-986C-8C4A7E512925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B676FD2-41CD-A254-38BA-36126935B48A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37FB8-3360-BADD-DC83-ABBC7F5522EE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3BB06-347D-F312-646B-F4D0567324F0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36E486B-8BBA-0434-2B5B-A970E6BFE001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4FB4B6A-390B-0C94-14C0-EBF2534A7D19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F7DA6B6-D932-B63C-869A-D515D61E8336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230561CE-EB0C-27BB-809D-D31B46E856CE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2A68F439-F02C-D91B-7CA6-9F048B149500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BEE43FE6-A5CC-C68B-1E4A-04A9E4AF4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64783"/>
              </p:ext>
            </p:extLst>
          </p:nvPr>
        </p:nvGraphicFramePr>
        <p:xfrm>
          <a:off x="1492869" y="2971788"/>
          <a:ext cx="10187386" cy="31706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7874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1374EFAD-0468-9E2C-6432-FB1B1AEB1337}"/>
              </a:ext>
            </a:extLst>
          </p:cNvPr>
          <p:cNvSpPr/>
          <p:nvPr/>
        </p:nvSpPr>
        <p:spPr>
          <a:xfrm>
            <a:off x="8330619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Salva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52929CC-246A-7E14-5D4E-42B913E465C7}"/>
              </a:ext>
            </a:extLst>
          </p:cNvPr>
          <p:cNvSpPr/>
          <p:nvPr/>
        </p:nvSpPr>
        <p:spPr>
          <a:xfrm>
            <a:off x="10170343" y="6295861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Monitoraggio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C06C48D-BBCB-A58A-A97C-245854C6AF29}"/>
              </a:ext>
            </a:extLst>
          </p:cNvPr>
          <p:cNvSpPr/>
          <p:nvPr/>
        </p:nvSpPr>
        <p:spPr>
          <a:xfrm>
            <a:off x="9158015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8733A-4622-87CF-EF0F-C7D89E4ADDAE}"/>
              </a:ext>
            </a:extLst>
          </p:cNvPr>
          <p:cNvSpPr/>
          <p:nvPr/>
        </p:nvSpPr>
        <p:spPr>
          <a:xfrm>
            <a:off x="1463933" y="5774844"/>
            <a:ext cx="10245258" cy="487208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1D640-7012-C021-8F41-F7E468437094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7B74830-424E-5216-CC47-97AD35E36668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B83F68-2C48-2B7E-5F2B-D2F46D224385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F66C8A-96E7-E7BD-2910-C91E92A2C143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8EC43C44-62D3-4D18-B0C4-1B63E7E36799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152C13-6F90-2FF5-8C17-DDABC36B8D8D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1C42E2-4A41-6F29-3486-FA6478FEC1D0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726F71AA-C2B9-FCF9-E935-70E43FDD2275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4EED17-F680-90C7-99DD-0D15C744A957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1AB4D4-FD8B-C669-9774-6E236826CC27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5143CB-D280-FD0F-9B68-5AC0168B5609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E79B71-2B65-985A-08A0-CF2C425DD374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9D451C-D285-1864-2A14-DE071036C133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A0BDC11-C681-2CC6-4721-6656F46ED62D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96BE0D-2E90-D8E9-787B-C4612460FDC9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026559-50B0-B6DC-B9A2-D3C11F5A51A1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574D42-6BA4-BD74-D258-804E8CCD6C6E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B48551-4E0D-B7EB-5D71-EF80FACEA42B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4A7C5A-1B82-A693-BE51-BED1751CC14C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B02EEE9-CEB2-C39D-248C-FBEE8DF32CBA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5B6BA29-046E-B52E-C2FD-AE7FFF758DF6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4D165C-A027-F816-BBA2-3D7619D6636C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534409E-A8D7-80B3-DD8D-BFA4FF1CE119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E31254B-4571-C66D-5A8D-C5A5B54FCCDC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96D87CE-58BE-B955-C7AD-21EBCD076B33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78DD115-55BE-BABB-5298-09AD2CB4A8D0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80C08A6-CD25-6EA4-DAE4-DA252AC7D91D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C25D50-61CA-9C68-39C4-E29890CA6DC9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E4E855C-1AD9-852D-1E74-07F42F2BD5CE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3B91A19-2504-7C7E-2D82-CFCB4CA7DD75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C1B50F8-8259-349A-068C-5740CF09C741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5888373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0825-4935-E50A-E306-0BBE7964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1CA750-98E7-BE94-5BD0-1B90352BD50C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8ABCE4-61FD-9BA4-FBB3-38106EE2801C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33F403-3C03-5C53-AC8A-6DC1A21DA39C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A381CC-02D1-D176-E869-8B1813A48DCC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29B6686C-5E2E-8B42-3F2E-16C00B14FCA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50279B-28B3-423A-0EC1-FBFCD9995716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8FA348A-EF24-448A-3B43-39E16BEF5C54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EBC4780-C897-D597-B2CC-8947EA4DFC3D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65A36F-D754-8D93-A250-C7F34C3D91A4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1AC68AE5-41BE-E4AF-6849-21B69FB4DE5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73EBD87A-37F3-0DBF-4D22-A6A27174DC4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2FC43F8-4FAA-54F5-D1A2-7A857338F6B9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0461A1-AEB4-6533-DFB4-8743EF9BAD6A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7FE4165-5106-B049-73D3-94D9C14C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70D227-406E-DE76-1991-9343F9220CC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011BA-7B44-7E4A-31BA-2457A4009458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5DDEC9C-E412-A903-F902-1B25AE8D7E27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0249AB5-F9C5-5970-ACE6-41D43AF422CC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0E2CFCFC-06A8-8C4F-128A-2B6C6FECCC41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A98B4077-88BF-6045-5E71-74B81D298E91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3419C03-46DC-D47B-B58A-A020B2BD1062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F57DB-B6E1-0ACC-CCB5-085937C9BCBB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2017C-3B6D-A357-4024-F34ED2280DEB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93B22D4-D8F1-3E87-81C9-2A6A6EDB98FE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970505E-5519-5120-5B27-9D650EA26F50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B08B7424-8ED7-4ECF-03B7-DA63516B81D5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EA8A694D-431B-909A-5EAC-4B9AB170D65B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C6804FF7-78C6-6414-F164-50E20C7CDF88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3F271FC8-5F4E-5590-24E4-321CCF3EE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61247"/>
              </p:ext>
            </p:extLst>
          </p:nvPr>
        </p:nvGraphicFramePr>
        <p:xfrm>
          <a:off x="1492869" y="2980255"/>
          <a:ext cx="10187386" cy="31706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7874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3DB5D311-DF13-6C2B-0D0E-BF9E5E52159C}"/>
              </a:ext>
            </a:extLst>
          </p:cNvPr>
          <p:cNvSpPr/>
          <p:nvPr/>
        </p:nvSpPr>
        <p:spPr>
          <a:xfrm>
            <a:off x="8330619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Salva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5D050A37-3002-3FEB-3027-BC4A3FF91B2E}"/>
              </a:ext>
            </a:extLst>
          </p:cNvPr>
          <p:cNvSpPr/>
          <p:nvPr/>
        </p:nvSpPr>
        <p:spPr>
          <a:xfrm>
            <a:off x="10170343" y="6295861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Monitoraggio</a:t>
            </a:r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C7A6D6E6-7C9B-5878-B29B-E4DC48694641}"/>
              </a:ext>
            </a:extLst>
          </p:cNvPr>
          <p:cNvSpPr/>
          <p:nvPr/>
        </p:nvSpPr>
        <p:spPr>
          <a:xfrm>
            <a:off x="9158015" y="1283002"/>
            <a:ext cx="720022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Annulla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E5252-AD3E-1A88-6127-5F92FBFD1895}"/>
              </a:ext>
            </a:extLst>
          </p:cNvPr>
          <p:cNvSpPr/>
          <p:nvPr/>
        </p:nvSpPr>
        <p:spPr>
          <a:xfrm>
            <a:off x="1463933" y="5774844"/>
            <a:ext cx="10245258" cy="487208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418AA7C-3D43-B9D4-932F-82E7B0D6E352}"/>
              </a:ext>
            </a:extLst>
          </p:cNvPr>
          <p:cNvSpPr/>
          <p:nvPr/>
        </p:nvSpPr>
        <p:spPr>
          <a:xfrm rot="1011258">
            <a:off x="8825244" y="113112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BF35C3-51E6-1A5E-6330-78275F3BB1F6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57BB5753-AA0C-A738-3533-726ADD7E7E70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97F504-2AB0-BD46-0BB5-0FC7EA062E4A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99A0E5-DE5C-2239-1488-DF3F9915E031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879F75AB-2D10-5D27-AA9C-776C7056FDBB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3A66CF-CE4A-B80F-05D0-CDB61C81CC11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8D3116-CC28-7603-7E37-468E6F2854B5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36A56FEA-8438-3E45-FAF7-68A58EC106F3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63787-91EF-6A5D-F6CE-095C461E63FE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26338E1-33FF-10B1-6344-CDE71816E575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31B26A-F45A-EC1F-1E50-92844FD57632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D2262-B8F8-3230-2BEB-35FC805DE22C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FE01B5-5C4D-6691-BB27-415386C21D2A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56D77A-5A61-89E1-DEDC-968F711AD300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9A1431-6FA3-85AD-C230-AE0D6D913C0F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AB60D9-081F-9800-C7A2-DCA0B6DEBC9C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A38098-3825-412E-F09A-35B52A2B92AB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842B2D-4707-0BF9-C6D7-FA2775ADF2FE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40A58C-310C-9714-A4CC-8E338E03DAAE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B20E757-AA1F-272E-79F4-61B6CFAB17B7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1680E84-4DE5-558E-EE08-425EAB4F0545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57B4478-D4C3-647F-5149-AAF91A303777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A55D383-D615-4EC5-0C2F-6D9ECA03B2E8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AE721C2-576C-16CA-912F-D45E76D6FA3B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70597EA-369D-05E5-AA74-665038EECB8D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6A3DA26-64B9-E0B7-4B71-152AFC80FE5C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F5313DD-79F9-AD36-D56C-425EFCA62D45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B14B34B-E699-7775-36AF-B5CB432CEFE1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64D574B-7C1D-FEF8-86EB-A2D015E8B33A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5744B0C-3D66-1590-E40E-E2583A98007D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1DE03F8-9343-415F-5779-D37574E13D91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2307293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930AC-E84A-7A8B-CB8D-EC59D2EF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B8C1D6-FD0C-BB4E-5D77-A631389BB2DF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EA7EA5-87C8-BE68-2D49-F2695402A76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AEAB67-C4F5-8534-22BE-58811E143299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DEB2C6-C9AA-7449-C94C-DB1D238A000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B9CE105A-6E71-BDC3-FFAB-4C7099587D30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E2226EA-D7E9-5AD4-5C3C-5A32692C243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A64800-AECC-27BE-3885-6D14EE8DA1AE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B83124-5743-0FA0-DB78-C5CED2D772A6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B350A97-BE2F-04DA-8DC6-974CFDD4CA0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D7A4B311-4735-1019-9994-A274A07B2AB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13CB7A28-615D-1460-31F8-BE4D6B79D85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CC41284-C732-28D0-E024-32BC3F25C9E9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07BC9F-72F2-E405-5CD9-A6CF1DEF43D9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3CEEF2F-3A71-79BB-4795-EDEB33177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0AA6B8-8FC5-78DB-7A49-29357857EB8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43E950-AFDC-FC49-F8B3-344732A93893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B5C0470-276C-F272-BA75-C1DBA7B7E378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87B7FC9-6822-69BC-0500-65EFE30A2A3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673CB9F-DA90-5E46-A181-F63635EACEA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DA0023F9-6211-FB14-9ACE-1AF7981ACFC3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90E9783-8C16-82F9-6896-8D9959AF1DD9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1508A-8BB6-5B14-90F0-6A1B394B922B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82DEC-6355-41FA-CAF1-EFE28495C847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F97719A-EDAF-D18C-DF10-9561E4890695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8811622-2CF3-3883-ADC2-9F3C7C80F984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A156466-60D1-81E5-64FD-43CA4E292B9E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5439E10A-A84E-7C8F-6534-1F2842453809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5109C536-C31E-9FBC-4C2E-2A4003E1E9BA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2032CB33-9101-82D2-2BFC-2402C66840F2}"/>
              </a:ext>
            </a:extLst>
          </p:cNvPr>
          <p:cNvGraphicFramePr>
            <a:graphicFrameLocks noGrp="1"/>
          </p:cNvGraphicFramePr>
          <p:nvPr/>
        </p:nvGraphicFramePr>
        <p:xfrm>
          <a:off x="1492869" y="2971788"/>
          <a:ext cx="10187386" cy="2895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83EF2660-1C95-AFFC-B55F-EBDA6CF696E5}"/>
              </a:ext>
            </a:extLst>
          </p:cNvPr>
          <p:cNvSpPr/>
          <p:nvPr/>
        </p:nvSpPr>
        <p:spPr>
          <a:xfrm>
            <a:off x="8330619" y="1283002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Dati Covenant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5EEECD1-4664-0FA5-F7B2-4246B5A41B46}"/>
              </a:ext>
            </a:extLst>
          </p:cNvPr>
          <p:cNvSpPr/>
          <p:nvPr/>
        </p:nvSpPr>
        <p:spPr>
          <a:xfrm rot="1011258">
            <a:off x="10481236" y="401657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5F22ED-C241-3263-C2CD-1D42E62F8FFB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9789F62D-A9B7-DCD0-8D51-E3C268A2314A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73BA1-501D-6AB8-4E5C-10B65284C709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9EEE7B-54D1-17A2-41E2-D5DAAE5FD9C2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FDEA319-C50B-D666-1909-D73664E0EE68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869E9-54F1-4767-67B6-A547116123CB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04DB2C-6CCB-9567-F2F8-D9433AAF6430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9A837DCF-4479-DDAC-5A52-0BFF25619141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E4A7C1-0121-6A05-DDB4-6B114A2870E2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E612AF-A754-2BDE-8CA6-9B4C873BD5D6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D63A5EC-88D0-8B3C-603F-8774492D8ED0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1B8FF13-9085-BAF6-D25D-586934ACEBA0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8B20BA-C9F3-77E8-D542-4D64654A5A97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5DD97A7-DB87-B973-3BBA-811D876B716E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1028C0-1483-D6EA-D002-433AC1B0803E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A9243C-F85C-B9AD-C634-D508CC70F8F8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637057-E4EF-0673-B947-DCC7E4237107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CB9D9D-BAD2-F9DD-1D8F-78B2352D00C1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1614EF-6C92-9B3F-9080-0C8D5184B3B2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0E9EC75-35BB-7CA7-2DEC-CB0D9163A9E6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6C355BF-5160-3DDB-F7E8-D393A3EDE362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75904C-4C4E-BB97-2F29-6F689CB6F7D3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65B5ED1-1857-362A-6C49-80AFABEB8C2C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E9FAE0-6D11-B13F-CBA5-FC181376EFED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3B236E3-7DB6-325B-8852-787B905770F3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FFB722-6EFD-52DD-959C-ED9AB915732D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8A5572-F024-B4DC-D767-43EE6A1FCC41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DA348BC-01BB-EBCE-A3C5-75FA5483BF21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4831041-6872-F52D-37CE-DC40CA82BF7E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F9C5B36-EF1F-6276-A929-E5CBB11CCB9F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01EABD5-F84C-5210-8F58-CE884EF9EDB5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800251944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4F81-EFAA-58F8-174B-D9EAA1F7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126906-8FF1-FE60-12ED-E442C45F77E6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C571C6-8489-030B-70DB-75936746189C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66259-CA91-9B6A-3D2C-052955F176D6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8B96D-DFCB-15BA-66A3-BC9A4359215F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1957DF6-724A-FAAA-C355-F52DD5FFF8E1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5AA7C7-7E54-E128-BBD3-A25B21DEC67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C7F9402-43F8-A354-6108-936182EE5DAD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ACF8C03-21A8-24B5-8385-5CBF0618331D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8E48AB-B710-DD6C-AB2F-31480C7F9D29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2800B748-6682-BD30-6153-0CD713FA1B5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D2CD2240-13BC-2F60-95FD-18084C3A87C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A5DAE18-BDAE-2D29-576E-CB1DFC281AC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E74ECD-3385-BAA8-28F9-A2941A8A0208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B4F65C-B5C8-7F7F-C53F-86D92BC75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95CFFE-E470-3195-E826-3DE490B2E267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2CC547-3B59-70B1-8D18-72F0DB32D4E2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08E249C-1794-401F-F8ED-B4265ADFFDFC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0C778DCC-C6C5-03BF-B9D5-D14E1ACE1DF7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08FD247-8FAA-A568-D23F-52994A9F3F05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3D9A314-0F67-8B9C-C5F0-2F98F81D2292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0ADDB8A-4B55-7B59-5768-73C349B13BE6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C3E16-345B-369B-94E3-37D5DF321C0E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5E671-D137-220A-CB2F-44F8A33E7C7B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1C22EED-C7FB-9C41-4069-EBC872721147}"/>
              </a:ext>
            </a:extLst>
          </p:cNvPr>
          <p:cNvSpPr/>
          <p:nvPr/>
        </p:nvSpPr>
        <p:spPr>
          <a:xfrm>
            <a:off x="1492870" y="12734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Covenant 004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E976385-A5A5-43AD-1CF8-4EB615735814}"/>
              </a:ext>
            </a:extLst>
          </p:cNvPr>
          <p:cNvSpPr/>
          <p:nvPr/>
        </p:nvSpPr>
        <p:spPr>
          <a:xfrm>
            <a:off x="1492870" y="2702227"/>
            <a:ext cx="3555380" cy="173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Scadenziere Monitoraggi 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67356B6-9168-2DA0-D47F-03D081DA87B5}"/>
              </a:ext>
            </a:extLst>
          </p:cNvPr>
          <p:cNvSpPr/>
          <p:nvPr/>
        </p:nvSpPr>
        <p:spPr>
          <a:xfrm>
            <a:off x="12011119" y="4467335"/>
            <a:ext cx="25200" cy="165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8115DF98-8B50-67FD-1CA2-CFDDC2E580CE}"/>
              </a:ext>
            </a:extLst>
          </p:cNvPr>
          <p:cNvSpPr/>
          <p:nvPr/>
        </p:nvSpPr>
        <p:spPr>
          <a:xfrm>
            <a:off x="11992430" y="4463204"/>
            <a:ext cx="58608" cy="10553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B7C85294-8D2E-CA16-16FA-19297EAF73D4}"/>
              </a:ext>
            </a:extLst>
          </p:cNvPr>
          <p:cNvSpPr/>
          <p:nvPr/>
        </p:nvSpPr>
        <p:spPr>
          <a:xfrm>
            <a:off x="9996383" y="1283002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graphicFrame>
        <p:nvGraphicFramePr>
          <p:cNvPr id="185" name="Table 184">
            <a:extLst>
              <a:ext uri="{FF2B5EF4-FFF2-40B4-BE49-F238E27FC236}">
                <a16:creationId xmlns:a16="http://schemas.microsoft.com/office/drawing/2014/main" id="{EA661F09-A9B7-3343-B54A-2731E7050A31}"/>
              </a:ext>
            </a:extLst>
          </p:cNvPr>
          <p:cNvGraphicFramePr>
            <a:graphicFrameLocks noGrp="1"/>
          </p:cNvGraphicFramePr>
          <p:nvPr/>
        </p:nvGraphicFramePr>
        <p:xfrm>
          <a:off x="1492869" y="2971788"/>
          <a:ext cx="10187386" cy="2895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6126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06375201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95184047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493852189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26126">
                  <a:extLst>
                    <a:ext uri="{9D8B030D-6E8A-4147-A177-3AD203B41FA5}">
                      <a16:colId xmlns:a16="http://schemas.microsoft.com/office/drawing/2014/main" val="35122543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tx1"/>
                          </a:solidFill>
                        </a:rPr>
                        <a:t>Segno 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limite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nel momento del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80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Prat002cov04mon002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- 456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!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23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7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1" i="0" u="sng" strike="noStrike" kern="1200" cap="none" spc="0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40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prat002cov04mon008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14/12/2026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/>
                        <a:t>90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7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</a:tbl>
          </a:graphicData>
        </a:graphic>
      </p:graphicFrame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914A082D-3017-849E-5893-A0C659E47A18}"/>
              </a:ext>
            </a:extLst>
          </p:cNvPr>
          <p:cNvSpPr/>
          <p:nvPr/>
        </p:nvSpPr>
        <p:spPr>
          <a:xfrm>
            <a:off x="8330619" y="1283002"/>
            <a:ext cx="1538848" cy="2550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Dati Covenant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E093220-9BAF-FAF0-37D4-0D1E76CE1CB3}"/>
              </a:ext>
            </a:extLst>
          </p:cNvPr>
          <p:cNvSpPr/>
          <p:nvPr/>
        </p:nvSpPr>
        <p:spPr>
          <a:xfrm rot="1011258">
            <a:off x="10481236" y="401657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7D9E69-B263-0468-955E-E570EBBF6347}"/>
              </a:ext>
            </a:extLst>
          </p:cNvPr>
          <p:cNvSpPr/>
          <p:nvPr/>
        </p:nvSpPr>
        <p:spPr>
          <a:xfrm>
            <a:off x="5039673" y="1629075"/>
            <a:ext cx="6909105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5547D4C1-3C70-7BD5-E926-1C2034F946AD}"/>
              </a:ext>
            </a:extLst>
          </p:cNvPr>
          <p:cNvSpPr/>
          <p:nvPr/>
        </p:nvSpPr>
        <p:spPr>
          <a:xfrm>
            <a:off x="5039674" y="1629299"/>
            <a:ext cx="690910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39EF7A-9BFB-D95A-E139-CDAAA29890D5}"/>
              </a:ext>
            </a:extLst>
          </p:cNvPr>
          <p:cNvSpPr/>
          <p:nvPr/>
        </p:nvSpPr>
        <p:spPr>
          <a:xfrm>
            <a:off x="5121094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Stato di avanzamento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BF4AC4-D51D-6B7E-0A29-3D7421F71881}"/>
              </a:ext>
            </a:extLst>
          </p:cNvPr>
          <p:cNvSpPr/>
          <p:nvPr/>
        </p:nvSpPr>
        <p:spPr>
          <a:xfrm>
            <a:off x="1492870" y="1629075"/>
            <a:ext cx="3347324" cy="937191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3EBB12A-56EB-92CB-DF1A-FEDF78972715}"/>
              </a:ext>
            </a:extLst>
          </p:cNvPr>
          <p:cNvSpPr/>
          <p:nvPr/>
        </p:nvSpPr>
        <p:spPr>
          <a:xfrm>
            <a:off x="1492870" y="1629299"/>
            <a:ext cx="3347324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FE8E2-D623-5273-F263-FACB925365AC}"/>
              </a:ext>
            </a:extLst>
          </p:cNvPr>
          <p:cNvSpPr/>
          <p:nvPr/>
        </p:nvSpPr>
        <p:spPr>
          <a:xfrm>
            <a:off x="1574290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Status covenant</a:t>
            </a:r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6C1EBE-4EAE-C9CB-E4E3-E48299A200CC}"/>
              </a:ext>
            </a:extLst>
          </p:cNvPr>
          <p:cNvSpPr/>
          <p:nvPr/>
        </p:nvSpPr>
        <p:spPr>
          <a:xfrm>
            <a:off x="1492869" y="1629076"/>
            <a:ext cx="10455909" cy="987142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DD1187AB-C986-D611-2FAE-075D931D491B}"/>
              </a:ext>
            </a:extLst>
          </p:cNvPr>
          <p:cNvSpPr/>
          <p:nvPr/>
        </p:nvSpPr>
        <p:spPr>
          <a:xfrm>
            <a:off x="1492869" y="1629299"/>
            <a:ext cx="10455909" cy="29177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6BF8A-53B2-7829-00C6-44C84F584895}"/>
              </a:ext>
            </a:extLst>
          </p:cNvPr>
          <p:cNvSpPr/>
          <p:nvPr/>
        </p:nvSpPr>
        <p:spPr>
          <a:xfrm>
            <a:off x="1574291" y="1672868"/>
            <a:ext cx="1616325" cy="2046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000" b="1">
                <a:solidFill>
                  <a:schemeClr val="tx1"/>
                </a:solidFill>
              </a:rPr>
              <a:t>Stato di avanzamento</a:t>
            </a:r>
            <a:endParaRPr lang="it-IT" sz="3200" b="1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B7CAE6-FCA5-AEC2-F038-C541E40612C9}"/>
              </a:ext>
            </a:extLst>
          </p:cNvPr>
          <p:cNvGrpSpPr/>
          <p:nvPr/>
        </p:nvGrpSpPr>
        <p:grpSpPr>
          <a:xfrm>
            <a:off x="7047811" y="2197398"/>
            <a:ext cx="1433658" cy="222349"/>
            <a:chOff x="6915419" y="2175563"/>
            <a:chExt cx="1433658" cy="2223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E3333E-384E-9F70-46AB-DA71783B0950}"/>
                </a:ext>
              </a:extLst>
            </p:cNvPr>
            <p:cNvSpPr/>
            <p:nvPr/>
          </p:nvSpPr>
          <p:spPr>
            <a:xfrm>
              <a:off x="7500631" y="2175563"/>
              <a:ext cx="848446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2000" b="1">
                  <a:solidFill>
                    <a:schemeClr val="tx1"/>
                  </a:solidFill>
                </a:rPr>
                <a:t>5/8</a:t>
              </a:r>
              <a:endParaRPr lang="it-IT" sz="2400" b="1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235043C-2200-5880-D3B3-829C1E68E247}"/>
                </a:ext>
              </a:extLst>
            </p:cNvPr>
            <p:cNvSpPr/>
            <p:nvPr/>
          </p:nvSpPr>
          <p:spPr>
            <a:xfrm>
              <a:off x="6915419" y="2184420"/>
              <a:ext cx="69310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Monitoraggi  da svolgere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A64F78-A78C-2112-1978-ABDE64564310}"/>
              </a:ext>
            </a:extLst>
          </p:cNvPr>
          <p:cNvCxnSpPr>
            <a:cxnSpLocks/>
          </p:cNvCxnSpPr>
          <p:nvPr/>
        </p:nvCxnSpPr>
        <p:spPr>
          <a:xfrm>
            <a:off x="8308961" y="2057035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BA213A8-96F4-BEFD-F864-E9900079F84B}"/>
              </a:ext>
            </a:extLst>
          </p:cNvPr>
          <p:cNvSpPr>
            <a:spLocks/>
          </p:cNvSpPr>
          <p:nvPr/>
        </p:nvSpPr>
        <p:spPr>
          <a:xfrm>
            <a:off x="916242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chemeClr val="accent6">
                    <a:lumMod val="75000"/>
                  </a:schemeClr>
                </a:solidFill>
              </a:rPr>
              <a:t>●</a:t>
            </a:r>
            <a:endParaRPr lang="it-IT" sz="2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76723B-8C5C-12EE-194C-D61F6ADAE52C}"/>
              </a:ext>
            </a:extLst>
          </p:cNvPr>
          <p:cNvSpPr>
            <a:spLocks/>
          </p:cNvSpPr>
          <p:nvPr/>
        </p:nvSpPr>
        <p:spPr>
          <a:xfrm>
            <a:off x="9050641" y="2296125"/>
            <a:ext cx="46738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620E39-257D-5F33-ED77-2C9DF6D596DA}"/>
              </a:ext>
            </a:extLst>
          </p:cNvPr>
          <p:cNvSpPr>
            <a:spLocks/>
          </p:cNvSpPr>
          <p:nvPr/>
        </p:nvSpPr>
        <p:spPr>
          <a:xfrm>
            <a:off x="9976441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C000"/>
                </a:solidFill>
              </a:rPr>
              <a:t>●</a:t>
            </a:r>
            <a:endParaRPr lang="it-IT" sz="2000" b="1">
              <a:solidFill>
                <a:srgbClr val="FFC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3ABE47-7639-7050-D381-C5FFE836B460}"/>
              </a:ext>
            </a:extLst>
          </p:cNvPr>
          <p:cNvSpPr>
            <a:spLocks/>
          </p:cNvSpPr>
          <p:nvPr/>
        </p:nvSpPr>
        <p:spPr>
          <a:xfrm>
            <a:off x="9922769" y="2296125"/>
            <a:ext cx="351153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7B3EB0-91EE-BBDF-16A8-755B16AAC403}"/>
              </a:ext>
            </a:extLst>
          </p:cNvPr>
          <p:cNvSpPr>
            <a:spLocks/>
          </p:cNvSpPr>
          <p:nvPr/>
        </p:nvSpPr>
        <p:spPr>
          <a:xfrm>
            <a:off x="10769209" y="2028219"/>
            <a:ext cx="243809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>
                <a:solidFill>
                  <a:srgbClr val="FF0000"/>
                </a:solidFill>
              </a:rPr>
              <a:t>●</a:t>
            </a:r>
            <a:endParaRPr lang="it-IT" sz="2000" b="1">
              <a:solidFill>
                <a:srgbClr val="FF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C7C8FC-9D86-2237-0E7D-C802AECA6B6A}"/>
              </a:ext>
            </a:extLst>
          </p:cNvPr>
          <p:cNvSpPr>
            <a:spLocks/>
          </p:cNvSpPr>
          <p:nvPr/>
        </p:nvSpPr>
        <p:spPr>
          <a:xfrm>
            <a:off x="10678666" y="2296125"/>
            <a:ext cx="424895" cy="222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53AD2F6-C6E4-D598-4A82-E688A66AEF91}"/>
              </a:ext>
            </a:extLst>
          </p:cNvPr>
          <p:cNvGrpSpPr/>
          <p:nvPr/>
        </p:nvGrpSpPr>
        <p:grpSpPr>
          <a:xfrm>
            <a:off x="1607432" y="2045984"/>
            <a:ext cx="1653383" cy="489859"/>
            <a:chOff x="1425086" y="2045984"/>
            <a:chExt cx="1653383" cy="48985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6304183-B48B-A4BB-7071-2D6E52819195}"/>
                </a:ext>
              </a:extLst>
            </p:cNvPr>
            <p:cNvSpPr/>
            <p:nvPr/>
          </p:nvSpPr>
          <p:spPr>
            <a:xfrm>
              <a:off x="1425086" y="2313494"/>
              <a:ext cx="1653383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 err="1">
                  <a:solidFill>
                    <a:schemeClr val="tx1"/>
                  </a:solidFill>
                </a:rPr>
                <a:t>Loan</a:t>
              </a:r>
              <a:r>
                <a:rPr lang="it-IT" sz="1200">
                  <a:solidFill>
                    <a:schemeClr val="tx1"/>
                  </a:solidFill>
                </a:rPr>
                <a:t> to Value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0DF84C8-55E0-78C7-24E1-AEBB0DA30C3A}"/>
                </a:ext>
              </a:extLst>
            </p:cNvPr>
            <p:cNvSpPr/>
            <p:nvPr/>
          </p:nvSpPr>
          <p:spPr>
            <a:xfrm>
              <a:off x="1647229" y="2045984"/>
              <a:ext cx="1137570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Tipologia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D946F44-0395-F0E1-DF7A-AC7C2BA1ED78}"/>
              </a:ext>
            </a:extLst>
          </p:cNvPr>
          <p:cNvGrpSpPr/>
          <p:nvPr/>
        </p:nvGrpSpPr>
        <p:grpSpPr>
          <a:xfrm>
            <a:off x="3388648" y="2045984"/>
            <a:ext cx="762414" cy="489859"/>
            <a:chOff x="2878094" y="2045984"/>
            <a:chExt cx="762414" cy="48985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BBDCADF-A0D8-5A40-CDD8-92244547912A}"/>
                </a:ext>
              </a:extLst>
            </p:cNvPr>
            <p:cNvSpPr/>
            <p:nvPr/>
          </p:nvSpPr>
          <p:spPr>
            <a:xfrm>
              <a:off x="3019839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&lt; 70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29B0C0C-3BAF-680C-DB4D-21BD88389345}"/>
                </a:ext>
              </a:extLst>
            </p:cNvPr>
            <p:cNvSpPr/>
            <p:nvPr/>
          </p:nvSpPr>
          <p:spPr>
            <a:xfrm>
              <a:off x="2878094" y="2045984"/>
              <a:ext cx="762414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Valore limite covenant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D9F865-B521-0A94-123C-0A5224496B23}"/>
              </a:ext>
            </a:extLst>
          </p:cNvPr>
          <p:cNvCxnSpPr>
            <a:cxnSpLocks/>
          </p:cNvCxnSpPr>
          <p:nvPr/>
        </p:nvCxnSpPr>
        <p:spPr>
          <a:xfrm>
            <a:off x="6921375" y="2074542"/>
            <a:ext cx="0" cy="44551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7B192B-E067-FEF2-E895-6B0C61E385C4}"/>
              </a:ext>
            </a:extLst>
          </p:cNvPr>
          <p:cNvGrpSpPr/>
          <p:nvPr/>
        </p:nvGrpSpPr>
        <p:grpSpPr>
          <a:xfrm>
            <a:off x="4278895" y="2045984"/>
            <a:ext cx="2198312" cy="489859"/>
            <a:chOff x="4220650" y="2045984"/>
            <a:chExt cx="1816786" cy="48985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4022C70-105F-5C86-AC51-462D52EF4C0B}"/>
                </a:ext>
              </a:extLst>
            </p:cNvPr>
            <p:cNvSpPr/>
            <p:nvPr/>
          </p:nvSpPr>
          <p:spPr>
            <a:xfrm>
              <a:off x="4400515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200">
                  <a:solidFill>
                    <a:schemeClr val="tx1"/>
                  </a:solidFill>
                </a:rPr>
                <a:t>NO</a:t>
              </a:r>
              <a:endParaRPr lang="it-IT" sz="140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FFBDFDE-7102-F04E-70CF-A7C0D36CBCA8}"/>
                </a:ext>
              </a:extLst>
            </p:cNvPr>
            <p:cNvSpPr/>
            <p:nvPr/>
          </p:nvSpPr>
          <p:spPr>
            <a:xfrm>
              <a:off x="4220650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Covenant Variabile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92185AD-F036-1331-D6CC-15CD4A6D2F8A}"/>
                </a:ext>
              </a:extLst>
            </p:cNvPr>
            <p:cNvSpPr/>
            <p:nvPr/>
          </p:nvSpPr>
          <p:spPr>
            <a:xfrm>
              <a:off x="5198781" y="2045984"/>
              <a:ext cx="838655" cy="204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1000" b="1">
                  <a:solidFill>
                    <a:schemeClr val="tx1"/>
                  </a:solidFill>
                </a:rPr>
                <a:t>Note</a:t>
              </a:r>
              <a:endParaRPr lang="it-IT" sz="3200" b="1">
                <a:solidFill>
                  <a:schemeClr val="tx1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F3ED020-6821-F33B-3386-F0175BB212BE}"/>
                </a:ext>
              </a:extLst>
            </p:cNvPr>
            <p:cNvSpPr/>
            <p:nvPr/>
          </p:nvSpPr>
          <p:spPr>
            <a:xfrm>
              <a:off x="5403578" y="2313494"/>
              <a:ext cx="478925" cy="22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900">
                  <a:solidFill>
                    <a:schemeClr val="tx1"/>
                  </a:solidFill>
                </a:rPr>
                <a:t>Storico, Paragrafo 1</a:t>
              </a:r>
              <a:endParaRPr lang="it-IT" sz="1000">
                <a:solidFill>
                  <a:schemeClr val="tx1"/>
                </a:solidFill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B8E869EB-91D3-5917-93A9-7FA70CBF8413}"/>
              </a:ext>
            </a:extLst>
          </p:cNvPr>
          <p:cNvSpPr/>
          <p:nvPr/>
        </p:nvSpPr>
        <p:spPr>
          <a:xfrm>
            <a:off x="0" y="3136"/>
            <a:ext cx="12192000" cy="6854864"/>
          </a:xfrm>
          <a:prstGeom prst="rect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accent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0B28240-06EA-5C1E-FE54-9E100BE90440}"/>
              </a:ext>
            </a:extLst>
          </p:cNvPr>
          <p:cNvGrpSpPr/>
          <p:nvPr/>
        </p:nvGrpSpPr>
        <p:grpSpPr>
          <a:xfrm>
            <a:off x="2924994" y="2758750"/>
            <a:ext cx="6280011" cy="2813218"/>
            <a:chOff x="2924994" y="2758750"/>
            <a:chExt cx="6280011" cy="281321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9CE04C2-1E7E-7261-5F42-B56CD3F61C09}"/>
                </a:ext>
              </a:extLst>
            </p:cNvPr>
            <p:cNvGrpSpPr/>
            <p:nvPr/>
          </p:nvGrpSpPr>
          <p:grpSpPr>
            <a:xfrm>
              <a:off x="2924994" y="2758750"/>
              <a:ext cx="6280011" cy="2813218"/>
              <a:chOff x="2924994" y="2758750"/>
              <a:chExt cx="6280011" cy="2813218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20CB5250-C501-5645-3420-1E1FCAFEEE5E}"/>
                  </a:ext>
                </a:extLst>
              </p:cNvPr>
              <p:cNvGrpSpPr/>
              <p:nvPr/>
            </p:nvGrpSpPr>
            <p:grpSpPr>
              <a:xfrm>
                <a:off x="2924994" y="2758750"/>
                <a:ext cx="6280011" cy="2813218"/>
                <a:chOff x="2924994" y="1958830"/>
                <a:chExt cx="6280011" cy="13405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AED18955-0B81-766D-AA21-3FA1F77F46B6}"/>
                    </a:ext>
                  </a:extLst>
                </p:cNvPr>
                <p:cNvSpPr/>
                <p:nvPr/>
              </p:nvSpPr>
              <p:spPr>
                <a:xfrm>
                  <a:off x="2924994" y="2039218"/>
                  <a:ext cx="6278212" cy="126011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E2E2E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b="1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F65D635-8640-BA42-BD83-FEC9B796B195}"/>
                    </a:ext>
                  </a:extLst>
                </p:cNvPr>
                <p:cNvSpPr/>
                <p:nvPr/>
              </p:nvSpPr>
              <p:spPr>
                <a:xfrm>
                  <a:off x="2926793" y="1958830"/>
                  <a:ext cx="6278212" cy="191389"/>
                </a:xfrm>
                <a:prstGeom prst="rect">
                  <a:avLst/>
                </a:prstGeom>
                <a:solidFill>
                  <a:srgbClr val="F5F5F5"/>
                </a:solidFill>
                <a:ln w="952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050" b="1">
                      <a:solidFill>
                        <a:schemeClr val="tx1"/>
                      </a:solidFill>
                    </a:rPr>
                    <a:t>Richiesta di Eccezione al Monitoraggio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12B15E90-D771-A1D4-2DD5-4201C9CBFC74}"/>
                    </a:ext>
                  </a:extLst>
                </p:cNvPr>
                <p:cNvSpPr/>
                <p:nvPr/>
              </p:nvSpPr>
              <p:spPr>
                <a:xfrm>
                  <a:off x="3196114" y="2745291"/>
                  <a:ext cx="5786783" cy="22602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E2E2E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it-IT" sz="1050">
                      <a:solidFill>
                        <a:schemeClr val="tx1"/>
                      </a:solidFill>
                    </a:rPr>
                    <a:t>Giustificazionelender.msg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172DA056-574F-7759-5223-D3AEE6F6B471}"/>
                    </a:ext>
                  </a:extLst>
                </p:cNvPr>
                <p:cNvSpPr/>
                <p:nvPr/>
              </p:nvSpPr>
              <p:spPr>
                <a:xfrm>
                  <a:off x="3196114" y="2203971"/>
                  <a:ext cx="5786783" cy="15119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E2E2E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it-IT" sz="1050">
                      <a:solidFill>
                        <a:schemeClr val="tx1"/>
                      </a:solidFill>
                    </a:rPr>
                    <a:t>Eccezione gestita il: 19/03/2026</a:t>
                  </a:r>
                </a:p>
                <a:p>
                  <a:r>
                    <a:rPr lang="it-IT" sz="1050">
                      <a:solidFill>
                        <a:schemeClr val="tx1"/>
                      </a:solidFill>
                    </a:rPr>
                    <a:t>Da: Francescorossi@ISP.it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FDAB9D1E-3FDA-C882-1493-BC190A081204}"/>
                    </a:ext>
                  </a:extLst>
                </p:cNvPr>
                <p:cNvSpPr/>
                <p:nvPr/>
              </p:nvSpPr>
              <p:spPr>
                <a:xfrm>
                  <a:off x="3196114" y="2393725"/>
                  <a:ext cx="5786783" cy="314741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E2E2E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it-IT" sz="1050">
                      <a:solidFill>
                        <a:schemeClr val="tx1"/>
                      </a:solidFill>
                    </a:rPr>
                    <a:t>Effettuato passaggio con il </a:t>
                  </a:r>
                  <a:r>
                    <a:rPr lang="it-IT" sz="1050" err="1">
                      <a:solidFill>
                        <a:schemeClr val="tx1"/>
                      </a:solidFill>
                    </a:rPr>
                    <a:t>lender</a:t>
                  </a:r>
                  <a:r>
                    <a:rPr lang="it-IT" sz="1050">
                      <a:solidFill>
                        <a:schemeClr val="tx1"/>
                      </a:solidFill>
                    </a:rPr>
                    <a:t> che ci ha confermato che il monitoraggio del mese di marzo non sarà disponibile, si allega comunicazione per presa visione</a:t>
                  </a:r>
                </a:p>
              </p:txBody>
            </p:sp>
          </p:grp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3DA50A0-99ED-DE71-B2C5-205FEF41DA2A}"/>
                  </a:ext>
                </a:extLst>
              </p:cNvPr>
              <p:cNvSpPr/>
              <p:nvPr/>
            </p:nvSpPr>
            <p:spPr>
              <a:xfrm>
                <a:off x="4503439" y="5029569"/>
                <a:ext cx="1283091" cy="394102"/>
              </a:xfrm>
              <a:prstGeom prst="rect">
                <a:avLst/>
              </a:prstGeom>
              <a:solidFill>
                <a:srgbClr val="3F8F9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100">
                    <a:solidFill>
                      <a:schemeClr val="bg1"/>
                    </a:solidFill>
                  </a:rPr>
                  <a:t>Chiudi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9CE0C93-AB86-4FA4-41EA-A25BC67D5A1D}"/>
                  </a:ext>
                </a:extLst>
              </p:cNvPr>
              <p:cNvSpPr/>
              <p:nvPr/>
            </p:nvSpPr>
            <p:spPr>
              <a:xfrm>
                <a:off x="5901263" y="5026593"/>
                <a:ext cx="1283091" cy="394102"/>
              </a:xfrm>
              <a:prstGeom prst="rect">
                <a:avLst/>
              </a:prstGeom>
              <a:solidFill>
                <a:srgbClr val="3F8F9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1100">
                    <a:solidFill>
                      <a:schemeClr val="bg1"/>
                    </a:solidFill>
                  </a:rPr>
                  <a:t>Annulla Eccezione</a:t>
                </a:r>
              </a:p>
            </p:txBody>
          </p:sp>
        </p:grpSp>
        <p:pic>
          <p:nvPicPr>
            <p:cNvPr id="55" name="Graphic 54" descr="Download from cloud with solid fill">
              <a:extLst>
                <a:ext uri="{FF2B5EF4-FFF2-40B4-BE49-F238E27FC236}">
                  <a16:creationId xmlns:a16="http://schemas.microsoft.com/office/drawing/2014/main" id="{3400BC09-F9F5-6063-D388-05BE346EB1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43720" y="4414551"/>
              <a:ext cx="451550" cy="451550"/>
            </a:xfrm>
            <a:prstGeom prst="rect">
              <a:avLst/>
            </a:prstGeom>
          </p:spPr>
        </p:pic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2780503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9E75-2104-B036-0E40-DCD0D628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E71B9F-4E4F-ABCA-4EEC-9CCE0C6A6AF9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41BB2D-3ACB-1758-05A6-E0F95FFB032A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E63509-F1CA-ECE8-F0F9-24C626A76FB8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327B2A-14DD-2732-937A-F973EC8DB26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92EE51A-CE9C-946A-9A40-8D98653CC0C3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653C27-3466-9F3A-6D66-EF1928CC6EAB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3ABB754-18BE-BD27-1B74-80C07203705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02F1438-FB07-9088-6783-C7A3C29FB120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37A2A-6E08-AB32-9241-5EA3A91162D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64D45FFE-365B-53B4-9544-C5B32336792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00431950-E119-F8D8-AD3A-AF5471454C7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1FE1DE5-4F28-1622-A767-C7CBAA72BE73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042560-0023-6AE7-2730-FA6A1FAC6107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4048F95-75BA-2AF4-5CCB-87381E3DC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C68BB7-C7D5-C0CC-D6AB-F26D395B4509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6FDC7B-65B8-72D5-D931-FC2F052B90D0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BA8833-02A5-3C8D-DD87-44BE4B6D455B}"/>
              </a:ext>
            </a:extLst>
          </p:cNvPr>
          <p:cNvSpPr/>
          <p:nvPr/>
        </p:nvSpPr>
        <p:spPr>
          <a:xfrm>
            <a:off x="8306295" y="-14810"/>
            <a:ext cx="2637798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2AB0B02-BE77-2D1B-002C-D3D825BC1A62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035A6D7-3D9E-629F-D63C-08D0F95E2EBE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56CAD51-83B6-811F-CF37-FAB3805C67A6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D4D6175-9095-00E4-A338-90D48968F138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04C00-9232-699F-4DB3-8FDF0D7F455B}"/>
              </a:ext>
            </a:extLst>
          </p:cNvPr>
          <p:cNvSpPr/>
          <p:nvPr/>
        </p:nvSpPr>
        <p:spPr bwMode="gray">
          <a:xfrm>
            <a:off x="1271279" y="2183601"/>
            <a:ext cx="2751572" cy="3086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it-IT" sz="1600" b="1">
                <a:solidFill>
                  <a:schemeClr val="tx1"/>
                </a:solidFill>
              </a:rPr>
              <a:t>Scadenziere Pratica 002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8AC43B-E9D8-F459-03FA-E77E29D63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306159"/>
              </p:ext>
            </p:extLst>
          </p:nvPr>
        </p:nvGraphicFramePr>
        <p:xfrm>
          <a:off x="1487605" y="3050590"/>
          <a:ext cx="10279700" cy="36281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4518">
                  <a:extLst>
                    <a:ext uri="{9D8B030D-6E8A-4147-A177-3AD203B41FA5}">
                      <a16:colId xmlns:a16="http://schemas.microsoft.com/office/drawing/2014/main" val="3296494778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1049208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819830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3529567367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2803961576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34518">
                  <a:extLst>
                    <a:ext uri="{9D8B030D-6E8A-4147-A177-3AD203B41FA5}">
                      <a16:colId xmlns:a16="http://schemas.microsoft.com/office/drawing/2014/main" val="3227939671"/>
                    </a:ext>
                  </a:extLst>
                </a:gridCol>
              </a:tblGrid>
              <a:tr h="388894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Covenant Monitorato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da Monitorare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Prat002cov02mon002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Ignora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Prat002cov01mon002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Prat002obb05mon001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-20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666342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Prat002obb04mon002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250562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584963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30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712577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360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6012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9878B19-B444-3267-124C-4249AAF35CA2}"/>
              </a:ext>
            </a:extLst>
          </p:cNvPr>
          <p:cNvSpPr/>
          <p:nvPr/>
        </p:nvSpPr>
        <p:spPr>
          <a:xfrm>
            <a:off x="1364830" y="5994399"/>
            <a:ext cx="10377288" cy="783341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4A31E9-F58F-6F6A-1F6D-CA59A886FEA1}"/>
              </a:ext>
            </a:extLst>
          </p:cNvPr>
          <p:cNvSpPr/>
          <p:nvPr/>
        </p:nvSpPr>
        <p:spPr>
          <a:xfrm>
            <a:off x="1549929" y="2485143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Filtra per Tipologia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81C8EE-B3D4-111B-7FCF-7299EE50F891}"/>
              </a:ext>
            </a:extLst>
          </p:cNvPr>
          <p:cNvSpPr/>
          <p:nvPr/>
        </p:nvSpPr>
        <p:spPr>
          <a:xfrm>
            <a:off x="1549930" y="2698484"/>
            <a:ext cx="1858802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e.g. </a:t>
            </a:r>
            <a:r>
              <a:rPr lang="it-IT" sz="800" i="1" err="1">
                <a:solidFill>
                  <a:schemeClr val="bg1">
                    <a:lumMod val="50000"/>
                  </a:schemeClr>
                </a:solidFill>
              </a:rPr>
              <a:t>Gearing</a:t>
            </a:r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 Ratio, Bilancio, Report…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1CDD2-58B9-0A88-0BB8-BE8A78494616}"/>
              </a:ext>
            </a:extLst>
          </p:cNvPr>
          <p:cNvSpPr/>
          <p:nvPr/>
        </p:nvSpPr>
        <p:spPr>
          <a:xfrm>
            <a:off x="1390017" y="5266753"/>
            <a:ext cx="10377288" cy="23228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32869F0-71C9-49B8-C42D-ACECDA03CCCA}"/>
              </a:ext>
            </a:extLst>
          </p:cNvPr>
          <p:cNvSpPr/>
          <p:nvPr/>
        </p:nvSpPr>
        <p:spPr>
          <a:xfrm>
            <a:off x="36184" y="2230272"/>
            <a:ext cx="789110" cy="341514"/>
          </a:xfrm>
          <a:prstGeom prst="wedgeRoundRectCallout">
            <a:avLst>
              <a:gd name="adj1" fmla="val 125321"/>
              <a:gd name="adj2" fmla="val 6585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/>
              <a:t>Menù a tendina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25F5B-272D-EB41-C350-9B5246F2DB6B}"/>
              </a:ext>
            </a:extLst>
          </p:cNvPr>
          <p:cNvSpPr/>
          <p:nvPr/>
        </p:nvSpPr>
        <p:spPr>
          <a:xfrm>
            <a:off x="3515769" y="2485143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Filtra per 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7755DB-818B-1C1F-F959-07C9EDA96FC6}"/>
              </a:ext>
            </a:extLst>
          </p:cNvPr>
          <p:cNvSpPr/>
          <p:nvPr/>
        </p:nvSpPr>
        <p:spPr>
          <a:xfrm>
            <a:off x="3515770" y="2698484"/>
            <a:ext cx="1858802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e.g. Monitoraggio Ok, Monitoraggio Scaduto…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B9AEE-E2D4-99B5-9265-B53B32F65171}"/>
              </a:ext>
            </a:extLst>
          </p:cNvPr>
          <p:cNvSpPr/>
          <p:nvPr/>
        </p:nvSpPr>
        <p:spPr>
          <a:xfrm>
            <a:off x="10590604" y="2664827"/>
            <a:ext cx="1025362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Applica Filtri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420F7A-CFC4-66C3-1741-A9B836180CDC}"/>
              </a:ext>
            </a:extLst>
          </p:cNvPr>
          <p:cNvSpPr/>
          <p:nvPr/>
        </p:nvSpPr>
        <p:spPr>
          <a:xfrm>
            <a:off x="9438187" y="2664827"/>
            <a:ext cx="1025362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Resetta</a:t>
            </a:r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EF32F173-2194-395D-B0E2-3AE62E4D573B}"/>
              </a:ext>
            </a:extLst>
          </p:cNvPr>
          <p:cNvSpPr/>
          <p:nvPr/>
        </p:nvSpPr>
        <p:spPr>
          <a:xfrm>
            <a:off x="8984985" y="1698406"/>
            <a:ext cx="1324577" cy="421202"/>
          </a:xfrm>
          <a:prstGeom prst="wedgeRoundRectCallout">
            <a:avLst>
              <a:gd name="adj1" fmla="val 108299"/>
              <a:gd name="adj2" fmla="val 1045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/>
              <a:t>Unificare stile bottoni filtri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8B8F49-37BB-0EF4-5E30-4F3A01BA126C}"/>
              </a:ext>
            </a:extLst>
          </p:cNvPr>
          <p:cNvSpPr/>
          <p:nvPr/>
        </p:nvSpPr>
        <p:spPr>
          <a:xfrm>
            <a:off x="1545709" y="15717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321A63-F074-8B88-DE26-3CF835E6F6D9}"/>
              </a:ext>
            </a:extLst>
          </p:cNvPr>
          <p:cNvSpPr/>
          <p:nvPr/>
        </p:nvSpPr>
        <p:spPr>
          <a:xfrm>
            <a:off x="3147461" y="15717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B4BA79-4064-2DD6-6CF9-A0E4931A3C0B}"/>
              </a:ext>
            </a:extLst>
          </p:cNvPr>
          <p:cNvSpPr/>
          <p:nvPr/>
        </p:nvSpPr>
        <p:spPr>
          <a:xfrm>
            <a:off x="4748436" y="15717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EC8D0-7015-5C6B-C4CE-8370418A9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610E20-36E7-4827-6DE2-A98A21D50A72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EE3E26-4A2E-9BBF-2414-76B6D9574683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CDF45F-0507-0BAB-95E2-599425456A8B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5600926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FD7A-F37C-6676-2336-42D258AB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98084B-33A9-A517-13EB-F14D37710000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6C16B3-F3AD-7CCD-4608-A4D1C41071E0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D8941E-F121-7CA8-42AB-6DE2947C9EA6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E639AD-7361-FF0C-9243-3EAE9AC469B3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01B1857-E908-2D78-99FA-47A994B324BD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2C86ECF-6305-F1B5-6D9D-790FE01BFBE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864F4F-3E54-103B-36EC-69547B90A712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15A0662-4AFA-973F-1AF7-0F7B58D1F20E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6D189D5-D3E6-2446-95BC-06609D4925B3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F335E8D2-5E74-9AEC-F986-E6721D3485E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FB6E5B2C-53D0-3994-F1A6-27970223EF3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1C4980D-7746-9F3C-5600-885B5608F7AF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172C47-7665-8EA8-C21A-73950A5295DC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71AA5C8-8087-1C04-CA0E-8B9094BB9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8A571F-53B8-FF45-BC22-D88D47A68392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8A569-D050-7494-3D8D-D27EA5E82707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E7306D-2277-7C08-F32C-ED08892FB629}"/>
              </a:ext>
            </a:extLst>
          </p:cNvPr>
          <p:cNvSpPr/>
          <p:nvPr/>
        </p:nvSpPr>
        <p:spPr>
          <a:xfrm>
            <a:off x="7859266" y="18922"/>
            <a:ext cx="2637798" cy="376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F66A99E-E6A9-BFD9-BDB7-4B7BB0372541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621243FE-F4EF-4956-B8C8-33D97283C694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C509EA7-D81A-5C96-F563-F99A566EE15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67F8161-3C35-A41E-123B-7D54A93567AD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C4A402-28AD-8890-88F4-D4656021B6B6}"/>
              </a:ext>
            </a:extLst>
          </p:cNvPr>
          <p:cNvSpPr/>
          <p:nvPr/>
        </p:nvSpPr>
        <p:spPr bwMode="gray">
          <a:xfrm>
            <a:off x="1271279" y="2183601"/>
            <a:ext cx="2751572" cy="3086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it-IT" sz="1600" b="1">
                <a:solidFill>
                  <a:schemeClr val="tx1"/>
                </a:solidFill>
              </a:rPr>
              <a:t>Scadenziere Pratica 002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5E991F-88E7-39DD-2C9A-A431B8F48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845312"/>
              </p:ext>
            </p:extLst>
          </p:nvPr>
        </p:nvGraphicFramePr>
        <p:xfrm>
          <a:off x="1487606" y="3050590"/>
          <a:ext cx="10237679" cy="36281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0698">
                  <a:extLst>
                    <a:ext uri="{9D8B030D-6E8A-4147-A177-3AD203B41FA5}">
                      <a16:colId xmlns:a16="http://schemas.microsoft.com/office/drawing/2014/main" val="3296494778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2910191120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2997373829"/>
                    </a:ext>
                  </a:extLst>
                </a:gridCol>
                <a:gridCol w="1044919">
                  <a:extLst>
                    <a:ext uri="{9D8B030D-6E8A-4147-A177-3AD203B41FA5}">
                      <a16:colId xmlns:a16="http://schemas.microsoft.com/office/drawing/2014/main" val="1161800882"/>
                    </a:ext>
                  </a:extLst>
                </a:gridCol>
                <a:gridCol w="816478">
                  <a:extLst>
                    <a:ext uri="{9D8B030D-6E8A-4147-A177-3AD203B41FA5}">
                      <a16:colId xmlns:a16="http://schemas.microsoft.com/office/drawing/2014/main" val="2728871118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4206454368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3529567367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2803961576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2280795877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3613179100"/>
                    </a:ext>
                  </a:extLst>
                </a:gridCol>
                <a:gridCol w="930698">
                  <a:extLst>
                    <a:ext uri="{9D8B030D-6E8A-4147-A177-3AD203B41FA5}">
                      <a16:colId xmlns:a16="http://schemas.microsoft.com/office/drawing/2014/main" val="3227939671"/>
                    </a:ext>
                  </a:extLst>
                </a:gridCol>
              </a:tblGrid>
              <a:tr h="388894"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Tipologia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ID Evento di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di riferimento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Scadenza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Giorni al prossimo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Data avvenuto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Covenant Monitorato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Valore da Monitorare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Status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Compliance Certificate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/>
                        <a:t>Azioni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/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84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09638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Prat002cov02mon002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Fuori Soglia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746807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Visualizza Eccezione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14973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Prat002cov01mon002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1606704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Prat002obb05mon001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i="0" u="sng">
                          <a:solidFill>
                            <a:srgbClr val="0070C0"/>
                          </a:solidFill>
                        </a:rPr>
                        <a:t>Download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156521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-20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Scaduto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1" i="0" u="sng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5901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863014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11/12/2025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1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Download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629970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666342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Prat002obb04mon002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in Scadenza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250562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584963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30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712577"/>
                  </a:ext>
                </a:extLst>
              </a:tr>
              <a:tr h="226822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Prat002obb04mon008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14/12/2025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360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Monitoraggio Ok</a:t>
                      </a: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601206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C821944-80BB-3F17-0B70-0A7D7CBF3304}"/>
              </a:ext>
            </a:extLst>
          </p:cNvPr>
          <p:cNvSpPr/>
          <p:nvPr/>
        </p:nvSpPr>
        <p:spPr>
          <a:xfrm>
            <a:off x="1347994" y="6045442"/>
            <a:ext cx="10377288" cy="595440"/>
          </a:xfrm>
          <a:prstGeom prst="rect">
            <a:avLst/>
          </a:prstGeom>
          <a:solidFill>
            <a:schemeClr val="bg1">
              <a:lumMod val="95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1F036-A5CA-FA42-BC9B-178C57E5E969}"/>
              </a:ext>
            </a:extLst>
          </p:cNvPr>
          <p:cNvSpPr/>
          <p:nvPr/>
        </p:nvSpPr>
        <p:spPr>
          <a:xfrm>
            <a:off x="10590604" y="2664827"/>
            <a:ext cx="1025362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Applica Filtri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A3DBB4-3B94-8159-25E2-7621063534FD}"/>
              </a:ext>
            </a:extLst>
          </p:cNvPr>
          <p:cNvSpPr/>
          <p:nvPr/>
        </p:nvSpPr>
        <p:spPr>
          <a:xfrm>
            <a:off x="9438187" y="2664827"/>
            <a:ext cx="1025362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Resetta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66840BA-9AEE-7483-6541-4223518FFB7F}"/>
              </a:ext>
            </a:extLst>
          </p:cNvPr>
          <p:cNvSpPr/>
          <p:nvPr/>
        </p:nvSpPr>
        <p:spPr>
          <a:xfrm>
            <a:off x="8984985" y="1698406"/>
            <a:ext cx="1324577" cy="421202"/>
          </a:xfrm>
          <a:prstGeom prst="wedgeRoundRectCallout">
            <a:avLst>
              <a:gd name="adj1" fmla="val 108299"/>
              <a:gd name="adj2" fmla="val 1045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/>
              <a:t>Unificare stile bottoni filtri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0145CE-2364-5EB7-4339-5E77E9C62FAD}"/>
              </a:ext>
            </a:extLst>
          </p:cNvPr>
          <p:cNvSpPr/>
          <p:nvPr/>
        </p:nvSpPr>
        <p:spPr>
          <a:xfrm>
            <a:off x="1347994" y="5228447"/>
            <a:ext cx="10377288" cy="258636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8D6A30-FFC3-B781-150D-6831F0B53C91}"/>
              </a:ext>
            </a:extLst>
          </p:cNvPr>
          <p:cNvSpPr/>
          <p:nvPr/>
        </p:nvSpPr>
        <p:spPr>
          <a:xfrm>
            <a:off x="1545709" y="15717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Covenant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7C3BA39-D224-96F4-634C-74F56B916D9F}"/>
              </a:ext>
            </a:extLst>
          </p:cNvPr>
          <p:cNvSpPr/>
          <p:nvPr/>
        </p:nvSpPr>
        <p:spPr>
          <a:xfrm>
            <a:off x="3147461" y="15717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B0284CA-F31A-E7C7-4736-170AC438E540}"/>
              </a:ext>
            </a:extLst>
          </p:cNvPr>
          <p:cNvSpPr/>
          <p:nvPr/>
        </p:nvSpPr>
        <p:spPr>
          <a:xfrm>
            <a:off x="4748436" y="15717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B4B4F1-2992-1D25-D9C6-9660EE286AED}"/>
              </a:ext>
            </a:extLst>
          </p:cNvPr>
          <p:cNvSpPr/>
          <p:nvPr/>
        </p:nvSpPr>
        <p:spPr>
          <a:xfrm>
            <a:off x="1549929" y="2485143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Filtra per Tipologia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E7C1FEF-325E-EBF1-8FA5-ACA668B33A58}"/>
              </a:ext>
            </a:extLst>
          </p:cNvPr>
          <p:cNvSpPr/>
          <p:nvPr/>
        </p:nvSpPr>
        <p:spPr>
          <a:xfrm>
            <a:off x="1549930" y="2698484"/>
            <a:ext cx="1858802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e.g. </a:t>
            </a:r>
            <a:r>
              <a:rPr lang="it-IT" sz="800" i="1" err="1">
                <a:solidFill>
                  <a:schemeClr val="bg1">
                    <a:lumMod val="50000"/>
                  </a:schemeClr>
                </a:solidFill>
              </a:rPr>
              <a:t>Gearing</a:t>
            </a:r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 Ratio, Bilancio, Report…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01186D-1516-21B2-446A-2D829D285CDE}"/>
              </a:ext>
            </a:extLst>
          </p:cNvPr>
          <p:cNvSpPr/>
          <p:nvPr/>
        </p:nvSpPr>
        <p:spPr>
          <a:xfrm>
            <a:off x="3515769" y="2485143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Filtra per Status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E01FDF0-FD9A-484B-606A-941D15202150}"/>
              </a:ext>
            </a:extLst>
          </p:cNvPr>
          <p:cNvSpPr/>
          <p:nvPr/>
        </p:nvSpPr>
        <p:spPr>
          <a:xfrm>
            <a:off x="3515770" y="2698484"/>
            <a:ext cx="1858802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e.g. Monitoraggio Ok, Monitoraggio Scaduto…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ED6BDD-EF94-F368-DB71-A6DAAD239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5ABFF-6EAA-51A4-AF16-66C85F20B918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D7CF8-BEE1-1A8D-79F9-966DDDB4C7BF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A7B37-3AAF-5923-4A57-FE691E298CCF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008000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0A79-5E08-B3F5-68C0-368626D1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B6C1AB65-38CD-4AFF-FE88-EEBE22B307C6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6AC44-4AA3-377C-AC77-79FCE0399542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847C3-18BF-DD47-EA13-B2943D439756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456398-6935-1F4B-1499-A6D452EEC08D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15A12-3707-C0DA-4718-9E616CA030CA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4F090EA-95E3-8CA3-BC8C-62D13948D75E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C8615EF-6009-80FA-042E-D0E8B9357E88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B7BA46B-F0F4-5EE3-2E28-344BF7502A42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93949B-7824-62A1-5DC7-47829B795B88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EC545A7-2CEF-BFE1-49F0-68455BEEF565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 descr="Ringer outline">
            <a:extLst>
              <a:ext uri="{FF2B5EF4-FFF2-40B4-BE49-F238E27FC236}">
                <a16:creationId xmlns:a16="http://schemas.microsoft.com/office/drawing/2014/main" id="{A6945FD5-7E0D-22D9-3BC1-B75BBC18843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1C440E33-ABF6-5AD0-6AEC-A5BF2736BC3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54AA4A-A1B6-62D0-2DAB-DDD7E2B55154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D9BBCC-153B-5FB1-8597-ADA85D561CB5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F67E36-D516-2B61-B62D-51C8E2179C63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2888F7-7F34-7816-A7C8-D935FFBA3F0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8FDA42-06C9-209F-D4DB-6996081303B6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2DA456B-777E-6082-F115-9124022FCBC3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C5EFB5-E9F5-68C4-EA4C-C86F8CD6618F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Richiedi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208A8A-B7BF-58C1-D6F6-DAF5BBDC8233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8C427B-4547-97FA-FE3A-8F5274AA484C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i="1">
                <a:solidFill>
                  <a:schemeClr val="bg1">
                    <a:lumMod val="50000"/>
                  </a:schemeClr>
                </a:solidFill>
              </a:rPr>
              <a:t>Carca per Nome Deal</a:t>
            </a:r>
            <a:endParaRPr lang="it-IT" sz="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28EB3-B73E-EBE4-7A0B-E7AC4E350C47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A8FCE8-79FE-D132-D840-AD96CAF6FBCD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DAD73F-E2FE-308F-F7D8-AAD1CC63BC17}"/>
              </a:ext>
            </a:extLst>
          </p:cNvPr>
          <p:cNvSpPr/>
          <p:nvPr/>
        </p:nvSpPr>
        <p:spPr>
          <a:xfrm>
            <a:off x="5938096" y="2279581"/>
            <a:ext cx="1849544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 PRATICA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EC04822-26D8-DE8D-33C7-0258CE9E99A1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17A5A2-3931-91DC-B583-33F4E91DD068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EFF2C7-3F58-1E49-C2B5-E0656C6B83F6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B86D4-2A80-6F19-9115-2A1930660B4D}"/>
              </a:ext>
            </a:extLst>
          </p:cNvPr>
          <p:cNvSpPr/>
          <p:nvPr/>
        </p:nvSpPr>
        <p:spPr>
          <a:xfrm>
            <a:off x="10735096" y="2382501"/>
            <a:ext cx="1105323" cy="368526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Cerca</a:t>
            </a:r>
          </a:p>
        </p:txBody>
      </p:sp>
    </p:spTree>
    <p:extLst>
      <p:ext uri="{BB962C8B-B14F-4D97-AF65-F5344CB8AC3E}">
        <p14:creationId xmlns:p14="http://schemas.microsoft.com/office/powerpoint/2010/main" val="2168171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661C-CD7C-75F6-F0D2-06302887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C49884-7BCC-8477-0A36-C0620E58ED25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62AE4-AC46-B4C7-1722-BA9A68987C96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5C16E-9EF9-D600-3E8C-AD934DE5A486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2FC925-C2A3-ED05-1400-0325A1482E23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5B18AFFC-05E8-E3BC-138D-8E40F2D02843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63DAF-90B9-F537-74D6-AF86264FFFBB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Richiedi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73F7D9-3541-3539-3301-AF5E7AB71075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A593E15-6E85-1977-C287-064D30C333F2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 i="1">
                <a:solidFill>
                  <a:schemeClr val="tx1"/>
                </a:solidFill>
              </a:rPr>
              <a:t>Banca Nuova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B7A6F20-E96F-06DA-E28A-DE8FCFCBC734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0CDEA4D-B4E0-C6D2-F95C-2BA5FE8ABC64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A9156BA-9989-5CF5-9BFA-4D7CC471D998}"/>
              </a:ext>
            </a:extLst>
          </p:cNvPr>
          <p:cNvSpPr/>
          <p:nvPr/>
        </p:nvSpPr>
        <p:spPr>
          <a:xfrm>
            <a:off x="5938096" y="2279581"/>
            <a:ext cx="1849544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 PRATICA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DF890821-1A39-2755-A529-03ADC955332F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B6CEE5-B53D-C32E-FC5A-DDB73EAC34BE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5552BDE-D243-4D2F-E75A-8643F4846FBE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AA5B7844-EF8C-67EF-2650-6A814B6E2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506225"/>
              </p:ext>
            </p:extLst>
          </p:nvPr>
        </p:nvGraphicFramePr>
        <p:xfrm>
          <a:off x="1369897" y="3222863"/>
          <a:ext cx="10630035" cy="1061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403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961403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961403">
                  <a:extLst>
                    <a:ext uri="{9D8B030D-6E8A-4147-A177-3AD203B41FA5}">
                      <a16:colId xmlns:a16="http://schemas.microsoft.com/office/drawing/2014/main" val="3744717075"/>
                    </a:ext>
                  </a:extLst>
                </a:gridCol>
                <a:gridCol w="961403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961403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977005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969203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969203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969203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969203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969203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7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1000"/>
                        <a:t>Banca Nuova </a:t>
                      </a:r>
                      <a:r>
                        <a:rPr lang="it-IT" sz="1000" err="1"/>
                        <a:t>S.p.A</a:t>
                      </a:r>
                      <a:endParaRPr lang="it-IT" sz="10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Richiedi Aggiornamento Mailing List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81A84DF6-58C6-9B69-E083-8BA7669E58F0}"/>
              </a:ext>
            </a:extLst>
          </p:cNvPr>
          <p:cNvSpPr/>
          <p:nvPr/>
        </p:nvSpPr>
        <p:spPr>
          <a:xfrm>
            <a:off x="10735096" y="2382501"/>
            <a:ext cx="1105323" cy="368526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Cerca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062B0B-E4FE-9D57-0105-18982AD91298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E36F30-89CA-AB2F-0411-BB784CCDFA05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0C7C9-E87D-6B2F-BEA8-0A8853CF5E57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FD71044-32DD-81D8-7669-087FC3411819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pic>
        <p:nvPicPr>
          <p:cNvPr id="6" name="Graphic 5" descr="Ringer outline">
            <a:extLst>
              <a:ext uri="{FF2B5EF4-FFF2-40B4-BE49-F238E27FC236}">
                <a16:creationId xmlns:a16="http://schemas.microsoft.com/office/drawing/2014/main" id="{E507EE6E-8A38-6FA3-4A28-8A3EDE955B7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15A8A2E6-C838-0B36-9F8C-0F2D8D8ADDC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F6B3CD-5E89-2376-9A2A-F5E3618A7C84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A07AF-85A5-BCF9-B30A-831616580E20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BEB011-CD5B-352E-667A-9FA999F4E805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</p:spTree>
    <p:extLst>
      <p:ext uri="{BB962C8B-B14F-4D97-AF65-F5344CB8AC3E}">
        <p14:creationId xmlns:p14="http://schemas.microsoft.com/office/powerpoint/2010/main" val="1823721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60CC-5877-6508-0552-BAF91CC3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DF9F79-19EB-5F9D-322C-9F825274525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B4DDB-D594-EE37-40A1-0B35C5EB76BE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F40EA3E7-5920-5F57-F6E5-68C25AC44802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53F60F-CAB7-6769-8F5A-A6D175C449E2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9FA040-2CEB-A1EE-6DF6-CF49215CA25C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1FF139-5501-50AB-9E5E-795F5E1365FC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1CB67F3-CA1C-3441-1A82-417FC95C4876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 descr="Ringer outline">
            <a:extLst>
              <a:ext uri="{FF2B5EF4-FFF2-40B4-BE49-F238E27FC236}">
                <a16:creationId xmlns:a16="http://schemas.microsoft.com/office/drawing/2014/main" id="{9A1FC123-8B2C-B643-2D30-6762DFE529B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24" name="Graphic 23" descr="Question Mark with solid fill">
            <a:extLst>
              <a:ext uri="{FF2B5EF4-FFF2-40B4-BE49-F238E27FC236}">
                <a16:creationId xmlns:a16="http://schemas.microsoft.com/office/drawing/2014/main" id="{3AF045FD-76C3-07EB-90B4-0E076CAEF27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14333DE-F746-998D-EA50-6A81084E83AA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BCE43D-D112-F176-46AF-61BA298EC691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534755-FF42-0DFE-FF42-BBE1A10975A1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6A5C46-E26B-A53D-6A61-53702ECA604A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596ACB-86D0-63BA-CE2E-C7E867A1D843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EC100A-A78D-1D49-C309-96424CE70917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C4315E-4DAB-6FC4-6EA1-21310FDA5F76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FB8201C2-F9DB-34B7-CD2A-2E8696456680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6B2315-65E4-4605-E5D9-5837775CBB2B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Individua Pratica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D65A28-C035-7E74-8AF3-35CB8CB06F3B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914D3F4-A4BE-1FEF-FC5B-B05C3DA1D731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 i="1">
                <a:solidFill>
                  <a:schemeClr val="tx1"/>
                </a:solidFill>
              </a:rPr>
              <a:t>Banca Nuova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E18CAC-3B9C-1644-0AB9-D6C2CED91549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6991612-1986-B5CE-4107-6B84CB4AC058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495DB8-0D71-1FCE-0C1A-1267C6BC67A2}"/>
              </a:ext>
            </a:extLst>
          </p:cNvPr>
          <p:cNvSpPr/>
          <p:nvPr/>
        </p:nvSpPr>
        <p:spPr>
          <a:xfrm>
            <a:off x="593809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46DDF78-DB00-B7E1-5B54-9229ECA9A1DE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52FB36-10F3-8D5D-6EF2-1D4FDF5179B1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D8E2843-2DEA-6294-76AD-6EA5185AF29B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CA40558-6486-1418-C4F4-0045DC180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453947"/>
              </p:ext>
            </p:extLst>
          </p:nvPr>
        </p:nvGraphicFramePr>
        <p:xfrm>
          <a:off x="1369897" y="3222863"/>
          <a:ext cx="10630039" cy="9545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0698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960698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960698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960698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976289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3260318890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7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Pratica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1000"/>
                        <a:t>Banca Nuova </a:t>
                      </a:r>
                      <a:r>
                        <a:rPr lang="it-IT" sz="1000" err="1"/>
                        <a:t>S.p.A</a:t>
                      </a:r>
                      <a:endParaRPr lang="it-IT" sz="10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 Rossi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err="1"/>
                        <a:t>Ongoing</a:t>
                      </a:r>
                      <a:r>
                        <a:rPr lang="it-IT" sz="1000"/>
                        <a:t>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Aggiorna Mailing List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3B35FAD-6444-9993-2AF1-1A2B1341B065}"/>
              </a:ext>
            </a:extLst>
          </p:cNvPr>
          <p:cNvSpPr/>
          <p:nvPr/>
        </p:nvSpPr>
        <p:spPr>
          <a:xfrm>
            <a:off x="0" y="3136"/>
            <a:ext cx="12192000" cy="6854864"/>
          </a:xfrm>
          <a:prstGeom prst="rect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A59E5E-F747-7530-7B99-279C26391ED4}"/>
              </a:ext>
            </a:extLst>
          </p:cNvPr>
          <p:cNvGrpSpPr/>
          <p:nvPr/>
        </p:nvGrpSpPr>
        <p:grpSpPr>
          <a:xfrm>
            <a:off x="2924994" y="2758750"/>
            <a:ext cx="6280011" cy="1340500"/>
            <a:chOff x="2924994" y="1958830"/>
            <a:chExt cx="6280011" cy="1340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910B4F-92D5-32FE-E16F-56692A16A0C2}"/>
                </a:ext>
              </a:extLst>
            </p:cNvPr>
            <p:cNvSpPr/>
            <p:nvPr/>
          </p:nvSpPr>
          <p:spPr>
            <a:xfrm>
              <a:off x="2924994" y="2039218"/>
              <a:ext cx="6278212" cy="1260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E2E2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383849-2B4F-3216-3EB7-5431C863F626}"/>
                </a:ext>
              </a:extLst>
            </p:cNvPr>
            <p:cNvSpPr/>
            <p:nvPr/>
          </p:nvSpPr>
          <p:spPr>
            <a:xfrm>
              <a:off x="2926793" y="1958830"/>
              <a:ext cx="6278212" cy="452685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50" b="1">
                  <a:solidFill>
                    <a:schemeClr val="tx1"/>
                  </a:solidFill>
                </a:rPr>
                <a:t>Caricamento AD Form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503A1D-B0EB-C7BE-5D96-32F16C5202E7}"/>
                </a:ext>
              </a:extLst>
            </p:cNvPr>
            <p:cNvSpPr/>
            <p:nvPr/>
          </p:nvSpPr>
          <p:spPr>
            <a:xfrm>
              <a:off x="3172508" y="2630311"/>
              <a:ext cx="5786783" cy="3406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E2E2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tx1"/>
                  </a:solidFill>
                </a:rPr>
                <a:t>AD Form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05348B-478E-25FC-5A33-3F8F031874F2}"/>
                </a:ext>
              </a:extLst>
            </p:cNvPr>
            <p:cNvSpPr/>
            <p:nvPr/>
          </p:nvSpPr>
          <p:spPr>
            <a:xfrm>
              <a:off x="5422555" y="3038126"/>
              <a:ext cx="1283091" cy="187790"/>
            </a:xfrm>
            <a:prstGeom prst="rect">
              <a:avLst/>
            </a:prstGeom>
            <a:solidFill>
              <a:srgbClr val="3F8F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600">
                  <a:solidFill>
                    <a:schemeClr val="bg1"/>
                  </a:solidFill>
                </a:rPr>
                <a:t>Chiudi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A672FAC-6765-BAB7-AAC0-5E7EC8087A0F}"/>
                </a:ext>
              </a:extLst>
            </p:cNvPr>
            <p:cNvGrpSpPr/>
            <p:nvPr/>
          </p:nvGrpSpPr>
          <p:grpSpPr>
            <a:xfrm>
              <a:off x="8247879" y="2699658"/>
              <a:ext cx="668956" cy="187790"/>
              <a:chOff x="8247879" y="2699658"/>
              <a:chExt cx="668956" cy="18779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4842FD6-5FAD-AEE4-276A-9A06773346F8}"/>
                  </a:ext>
                </a:extLst>
              </p:cNvPr>
              <p:cNvSpPr/>
              <p:nvPr/>
            </p:nvSpPr>
            <p:spPr>
              <a:xfrm>
                <a:off x="8258629" y="2699658"/>
                <a:ext cx="658206" cy="18779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700">
                    <a:solidFill>
                      <a:schemeClr val="tx1"/>
                    </a:solidFill>
                  </a:rPr>
                  <a:t>Carica </a:t>
                </a:r>
                <a:endParaRPr lang="it-IT" sz="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9" descr="Upload outline">
                <a:extLst>
                  <a:ext uri="{FF2B5EF4-FFF2-40B4-BE49-F238E27FC236}">
                    <a16:creationId xmlns:a16="http://schemas.microsoft.com/office/drawing/2014/main" id="{B312EF85-80C6-D5E4-1966-44063823B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47879" y="2707448"/>
                <a:ext cx="180000" cy="180000"/>
              </a:xfrm>
              <a:prstGeom prst="rect">
                <a:avLst/>
              </a:prstGeom>
            </p:spPr>
          </p:pic>
        </p:grp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798A113-16A6-9841-8A8F-30B15F5B69F5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</p:spTree>
    <p:extLst>
      <p:ext uri="{BB962C8B-B14F-4D97-AF65-F5344CB8AC3E}">
        <p14:creationId xmlns:p14="http://schemas.microsoft.com/office/powerpoint/2010/main" val="3375920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02D0-C80F-3091-E71F-D274CE99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D6BE9C87-F7DD-6616-B1B3-78263664FC8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F78178-D1D6-9AB0-BA37-8D10C2DB5E76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C1BE4-0147-7A16-9380-27A1D3F65A1D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817052-9EF7-2A97-2CA4-0B78E2618701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96A89BD9-312E-FD50-A280-B38C68CC3463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071010-77B2-16AF-C7D6-AB21DA06450D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Richiedi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9C9182-99C2-0D0C-F9B7-F54FFCF9D284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BBC2D46-C274-F7CA-1EF3-CC075986423A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 i="1">
                <a:solidFill>
                  <a:schemeClr val="tx1"/>
                </a:solidFill>
              </a:rPr>
              <a:t>Banca Nuova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E4D24D2-E39F-C45F-2F89-7EA0058FCD88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A3688C7-D71C-410B-AD9D-95EAD82B14A3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D6D262-ECF7-F0EF-060F-73D9C06DFF4A}"/>
              </a:ext>
            </a:extLst>
          </p:cNvPr>
          <p:cNvSpPr/>
          <p:nvPr/>
        </p:nvSpPr>
        <p:spPr>
          <a:xfrm>
            <a:off x="593809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05DAC12-C9B2-57E2-2F73-70A049D0F8A9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45D8F99-04B6-5DEB-3C3D-435603460EE2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6BB355A-C554-D711-FD47-B5AA5FAE449B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FEE0BCB7-CC4E-42F3-B7C2-956FC4137B8D}"/>
              </a:ext>
            </a:extLst>
          </p:cNvPr>
          <p:cNvGraphicFramePr>
            <a:graphicFrameLocks noGrp="1"/>
          </p:cNvGraphicFramePr>
          <p:nvPr/>
        </p:nvGraphicFramePr>
        <p:xfrm>
          <a:off x="1369896" y="4647782"/>
          <a:ext cx="10488423" cy="1229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9332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489367108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883441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56411870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Aggiornamento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Documentazione Completa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Visualizza Richiesta Aggiornamento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B5FED1B-95EE-A7F4-C396-A52BD925A3F4}"/>
              </a:ext>
            </a:extLst>
          </p:cNvPr>
          <p:cNvSpPr/>
          <p:nvPr/>
        </p:nvSpPr>
        <p:spPr>
          <a:xfrm>
            <a:off x="1435636" y="4388923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Pratiche per cui è stato richiesto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407AA9-6AC5-C915-EE52-FEBC4821184E}"/>
              </a:ext>
            </a:extLst>
          </p:cNvPr>
          <p:cNvGraphicFramePr>
            <a:graphicFrameLocks noGrp="1"/>
          </p:cNvGraphicFramePr>
          <p:nvPr/>
        </p:nvGraphicFramePr>
        <p:xfrm>
          <a:off x="1369894" y="3014301"/>
          <a:ext cx="10630035" cy="970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402">
                  <a:extLst>
                    <a:ext uri="{9D8B030D-6E8A-4147-A177-3AD203B41FA5}">
                      <a16:colId xmlns:a16="http://schemas.microsoft.com/office/drawing/2014/main" val="371792151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4777516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910144513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349874275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331612919"/>
                    </a:ext>
                  </a:extLst>
                </a:gridCol>
                <a:gridCol w="977005">
                  <a:extLst>
                    <a:ext uri="{9D8B030D-6E8A-4147-A177-3AD203B41FA5}">
                      <a16:colId xmlns:a16="http://schemas.microsoft.com/office/drawing/2014/main" val="1937625369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738469277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67898955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76845080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330382147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96508095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67568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1000"/>
                        <a:t>Banca vecchia </a:t>
                      </a:r>
                      <a:r>
                        <a:rPr lang="it-IT" sz="1000" err="1"/>
                        <a:t>S.p.A</a:t>
                      </a:r>
                      <a:endParaRPr lang="it-IT" sz="10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Richiedi Aggiornamento Mailing List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6642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332E140-E7F6-915A-F705-697D1CEAC018}"/>
              </a:ext>
            </a:extLst>
          </p:cNvPr>
          <p:cNvSpPr/>
          <p:nvPr/>
        </p:nvSpPr>
        <p:spPr>
          <a:xfrm>
            <a:off x="10735096" y="2382501"/>
            <a:ext cx="1105323" cy="368526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Cerca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89E7E-2633-017A-145F-6A6056210A9E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A5EE1F-95BE-4BC6-DE43-0EFE49D15B4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010C873-58A5-B512-7506-04CB6813A96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A18789-BE79-10F1-4FDC-35AFAD46508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0C81E73-10D8-9E54-FCD2-533BC6CCCEFD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61B2CAB-F1B7-6A63-CE69-83C82C07BE9F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474AC10-C1E7-5B53-1114-E7F6E0BDEDB5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 descr="Ringer outline">
            <a:extLst>
              <a:ext uri="{FF2B5EF4-FFF2-40B4-BE49-F238E27FC236}">
                <a16:creationId xmlns:a16="http://schemas.microsoft.com/office/drawing/2014/main" id="{4B55FC82-A42B-0134-74EA-F64C051F6BE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21B6EC87-4525-55D8-35E2-F0DFC8140B0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D2F9280-3E2E-84A5-62A0-01833D665F6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B11B26-62A8-A3AB-1FBF-614854AAE9ED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CFCB0C-32FA-336F-83B2-3F528CB10090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A58815-F84B-59CC-C16A-37932DE0857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</p:spTree>
    <p:extLst>
      <p:ext uri="{BB962C8B-B14F-4D97-AF65-F5344CB8AC3E}">
        <p14:creationId xmlns:p14="http://schemas.microsoft.com/office/powerpoint/2010/main" val="38539665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F23D0-BF62-84C0-7A21-DE7658B3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9C2BD9B1-E569-8639-FDB2-7CD17D064CD8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EFB6C-FCE6-1D6B-7A43-A1B49D27263B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59B341-BC3A-E243-62DE-510B2A58CFE0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3A1151-1557-5E5E-FB88-8DC66CA194A5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6ECAE7B-DCA4-9C99-D0A6-5F03CCC68535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F1C27A-9EC6-CD2B-8295-5B3E79A5B6E0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Richiedi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396BE2-1A1B-7D46-D6C3-BD720C0E18F4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EB7A335-6784-31BA-E372-AF4A876B7196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 i="1">
                <a:solidFill>
                  <a:schemeClr val="tx1"/>
                </a:solidFill>
              </a:rPr>
              <a:t>Banca Nuova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60D093-AFA6-958B-2415-D23E05B2C51F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E6B677A-795E-AD8B-2107-3108B1FAFB06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38F3D9-479F-C4AF-7627-8F1BD239194A}"/>
              </a:ext>
            </a:extLst>
          </p:cNvPr>
          <p:cNvSpPr/>
          <p:nvPr/>
        </p:nvSpPr>
        <p:spPr>
          <a:xfrm>
            <a:off x="593809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1ABFFDF-82E9-6976-C751-06E18F875ABC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6F32665-5C6E-7FA3-1369-187BA4401AE4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931C6D6-BB9A-50F0-C112-F6F6F00ED715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C08803A-91C3-84B0-4B7A-A9AF38EBB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267642"/>
              </p:ext>
            </p:extLst>
          </p:nvPr>
        </p:nvGraphicFramePr>
        <p:xfrm>
          <a:off x="1369896" y="4647782"/>
          <a:ext cx="10488423" cy="1229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9332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489367108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883441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56411870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Aggiornamento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Documentazione Completa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Visualizza Richiesta Aggiornamento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C4C6617-8378-E2B4-39CA-703229F0FEA6}"/>
              </a:ext>
            </a:extLst>
          </p:cNvPr>
          <p:cNvSpPr/>
          <p:nvPr/>
        </p:nvSpPr>
        <p:spPr>
          <a:xfrm>
            <a:off x="1435636" y="4388923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Pratiche per cui è stato richiesto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ECE86-6C96-45C2-9C26-918C7B8CD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051426"/>
              </p:ext>
            </p:extLst>
          </p:nvPr>
        </p:nvGraphicFramePr>
        <p:xfrm>
          <a:off x="1369894" y="3014301"/>
          <a:ext cx="10630035" cy="970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402">
                  <a:extLst>
                    <a:ext uri="{9D8B030D-6E8A-4147-A177-3AD203B41FA5}">
                      <a16:colId xmlns:a16="http://schemas.microsoft.com/office/drawing/2014/main" val="371792151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4777516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910144513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349874275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331612919"/>
                    </a:ext>
                  </a:extLst>
                </a:gridCol>
                <a:gridCol w="977005">
                  <a:extLst>
                    <a:ext uri="{9D8B030D-6E8A-4147-A177-3AD203B41FA5}">
                      <a16:colId xmlns:a16="http://schemas.microsoft.com/office/drawing/2014/main" val="1937625369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738469277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67898955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76845080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330382147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96508095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67568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1000"/>
                        <a:t>Banca vecchia </a:t>
                      </a:r>
                      <a:r>
                        <a:rPr lang="it-IT" sz="1000" err="1"/>
                        <a:t>S.p.A</a:t>
                      </a:r>
                      <a:endParaRPr lang="it-IT" sz="10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Richiedi Aggiornamento Mailing List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6642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03CC9F2-2371-D979-0196-B48D6B73E92C}"/>
              </a:ext>
            </a:extLst>
          </p:cNvPr>
          <p:cNvSpPr/>
          <p:nvPr/>
        </p:nvSpPr>
        <p:spPr>
          <a:xfrm>
            <a:off x="10735096" y="2382501"/>
            <a:ext cx="1105323" cy="368526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Cerca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CE963D-0874-078F-6329-93E2D9360BA7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EB8AE-1AF2-5796-13C5-65CC5A4C0905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14C9A15-2B05-A437-2114-72709A48B3EE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AD27EA-66A4-918F-CA34-7C513B715988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13CDC28-CF08-D2B8-3BAE-DB697B6B3D52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F5C226A-965F-7E3A-A994-0D7C3FFF30E4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AB2473-0B95-3902-30E7-B1558031C92F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 descr="Ringer outline">
            <a:extLst>
              <a:ext uri="{FF2B5EF4-FFF2-40B4-BE49-F238E27FC236}">
                <a16:creationId xmlns:a16="http://schemas.microsoft.com/office/drawing/2014/main" id="{A9996885-CB36-63F2-FB78-32883B7AF8C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3" name="Graphic 12" descr="Question Mark with solid fill">
            <a:extLst>
              <a:ext uri="{FF2B5EF4-FFF2-40B4-BE49-F238E27FC236}">
                <a16:creationId xmlns:a16="http://schemas.microsoft.com/office/drawing/2014/main" id="{8DA93B8E-0BF7-761B-D004-67FE598989F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4D3535E-8C84-E2C3-4950-654A3999754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A8EC5E-B9AE-47DD-C05B-07D4236EF8C2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6B0C2-61F8-89D7-AE2D-9FE488C9A200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7C57EC-C8FD-689B-529E-DE7FA611ACB9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8493D1-5F11-EB1C-D145-6EE5D11FC616}"/>
              </a:ext>
            </a:extLst>
          </p:cNvPr>
          <p:cNvSpPr/>
          <p:nvPr/>
        </p:nvSpPr>
        <p:spPr>
          <a:xfrm>
            <a:off x="0" y="3136"/>
            <a:ext cx="12192000" cy="6854864"/>
          </a:xfrm>
          <a:prstGeom prst="rect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20DF62-ED86-F7A7-22EF-6B7BCDDA7CA9}"/>
              </a:ext>
            </a:extLst>
          </p:cNvPr>
          <p:cNvGrpSpPr/>
          <p:nvPr/>
        </p:nvGrpSpPr>
        <p:grpSpPr>
          <a:xfrm>
            <a:off x="2912998" y="2750014"/>
            <a:ext cx="6290208" cy="2338452"/>
            <a:chOff x="2912998" y="1953804"/>
            <a:chExt cx="6290208" cy="134552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D1559B-1255-FFE8-3579-66FCC3235AB0}"/>
                </a:ext>
              </a:extLst>
            </p:cNvPr>
            <p:cNvSpPr/>
            <p:nvPr/>
          </p:nvSpPr>
          <p:spPr>
            <a:xfrm>
              <a:off x="2924994" y="2039218"/>
              <a:ext cx="6278212" cy="1260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E2E2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b="1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6A05B3-67E7-F548-EFCF-639114AB60C6}"/>
                </a:ext>
              </a:extLst>
            </p:cNvPr>
            <p:cNvSpPr/>
            <p:nvPr/>
          </p:nvSpPr>
          <p:spPr>
            <a:xfrm>
              <a:off x="2912998" y="1953804"/>
              <a:ext cx="6290208" cy="203023"/>
            </a:xfrm>
            <a:prstGeom prst="rect">
              <a:avLst/>
            </a:prstGeom>
            <a:solidFill>
              <a:srgbClr val="F5F5F5"/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050" b="1">
                  <a:solidFill>
                    <a:schemeClr val="tx1"/>
                  </a:solidFill>
                </a:rPr>
                <a:t>Caricamento AD Form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D28462-1644-9CF8-C580-3DF53174B718}"/>
                </a:ext>
              </a:extLst>
            </p:cNvPr>
            <p:cNvSpPr/>
            <p:nvPr/>
          </p:nvSpPr>
          <p:spPr>
            <a:xfrm>
              <a:off x="3172508" y="2781129"/>
              <a:ext cx="5786783" cy="18985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E2E2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>
                  <a:solidFill>
                    <a:schemeClr val="tx1"/>
                  </a:solidFill>
                </a:rPr>
                <a:t>AD Form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CA53657-D4B1-644B-48FA-56C3F7F4B14C}"/>
                </a:ext>
              </a:extLst>
            </p:cNvPr>
            <p:cNvSpPr/>
            <p:nvPr/>
          </p:nvSpPr>
          <p:spPr>
            <a:xfrm>
              <a:off x="5237674" y="3074544"/>
              <a:ext cx="819495" cy="151372"/>
            </a:xfrm>
            <a:prstGeom prst="rect">
              <a:avLst/>
            </a:prstGeom>
            <a:solidFill>
              <a:srgbClr val="3F8F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600">
                  <a:solidFill>
                    <a:schemeClr val="bg1"/>
                  </a:solidFill>
                </a:rPr>
                <a:t>Aggiorna Documento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0E0EAB8-5E21-30F1-B597-7A2814FF4F90}"/>
                </a:ext>
              </a:extLst>
            </p:cNvPr>
            <p:cNvGrpSpPr/>
            <p:nvPr/>
          </p:nvGrpSpPr>
          <p:grpSpPr>
            <a:xfrm>
              <a:off x="8283199" y="2822868"/>
              <a:ext cx="668956" cy="116703"/>
              <a:chOff x="8283199" y="2822868"/>
              <a:chExt cx="668956" cy="116703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09DA8DD-97D3-3B75-0E49-C998CCFBFB19}"/>
                  </a:ext>
                </a:extLst>
              </p:cNvPr>
              <p:cNvSpPr/>
              <p:nvPr/>
            </p:nvSpPr>
            <p:spPr>
              <a:xfrm>
                <a:off x="8293949" y="2822868"/>
                <a:ext cx="658206" cy="11362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it-IT" sz="700">
                    <a:solidFill>
                      <a:schemeClr val="tx1"/>
                    </a:solidFill>
                  </a:rPr>
                  <a:t>Carica </a:t>
                </a:r>
                <a:endParaRPr lang="it-IT" sz="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2" name="Graphic 31" descr="Upload outline">
                <a:extLst>
                  <a:ext uri="{FF2B5EF4-FFF2-40B4-BE49-F238E27FC236}">
                    <a16:creationId xmlns:a16="http://schemas.microsoft.com/office/drawing/2014/main" id="{92E5C61D-F95A-B58A-D7C9-6DE734E97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83199" y="2830658"/>
                <a:ext cx="180000" cy="108913"/>
              </a:xfrm>
              <a:prstGeom prst="rect">
                <a:avLst/>
              </a:prstGeom>
            </p:spPr>
          </p:pic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B2431B-A148-C9D7-9F38-C5C6D6CCB309}"/>
                </a:ext>
              </a:extLst>
            </p:cNvPr>
            <p:cNvSpPr/>
            <p:nvPr/>
          </p:nvSpPr>
          <p:spPr>
            <a:xfrm>
              <a:off x="6173491" y="3074544"/>
              <a:ext cx="819495" cy="1513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600">
                  <a:solidFill>
                    <a:schemeClr val="bg1"/>
                  </a:solidFill>
                </a:rPr>
                <a:t>Annulla Richiesta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568E068-75F2-82C1-F9BF-7DE1AAB87CBA}"/>
              </a:ext>
            </a:extLst>
          </p:cNvPr>
          <p:cNvSpPr/>
          <p:nvPr/>
        </p:nvSpPr>
        <p:spPr>
          <a:xfrm>
            <a:off x="3094781" y="3434484"/>
            <a:ext cx="6108426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</a:t>
            </a:r>
          </a:p>
        </p:txBody>
      </p:sp>
      <p:pic>
        <p:nvPicPr>
          <p:cNvPr id="36" name="Graphic 35" descr="Comment Add outline">
            <a:extLst>
              <a:ext uri="{FF2B5EF4-FFF2-40B4-BE49-F238E27FC236}">
                <a16:creationId xmlns:a16="http://schemas.microsoft.com/office/drawing/2014/main" id="{368C51D3-A638-CC26-BDE8-7E2DE76B9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4842" y="3550118"/>
            <a:ext cx="165600" cy="165600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9A3807C-6CF6-7BA5-0C30-F6197D23C4F9}"/>
              </a:ext>
            </a:extLst>
          </p:cNvPr>
          <p:cNvSpPr/>
          <p:nvPr/>
        </p:nvSpPr>
        <p:spPr>
          <a:xfrm>
            <a:off x="6389904" y="3534458"/>
            <a:ext cx="706361" cy="1656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Doc Confermata</a:t>
            </a:r>
          </a:p>
        </p:txBody>
      </p:sp>
      <p:pic>
        <p:nvPicPr>
          <p:cNvPr id="38" name="Graphic 37" descr="Download outline">
            <a:extLst>
              <a:ext uri="{FF2B5EF4-FFF2-40B4-BE49-F238E27FC236}">
                <a16:creationId xmlns:a16="http://schemas.microsoft.com/office/drawing/2014/main" id="{861D7905-64B4-28B8-D2A2-FC1996A118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7246" y="3543002"/>
            <a:ext cx="165600" cy="16560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2406272-A21E-B679-573E-669C92FFF7A1}"/>
              </a:ext>
            </a:extLst>
          </p:cNvPr>
          <p:cNvSpPr/>
          <p:nvPr/>
        </p:nvSpPr>
        <p:spPr>
          <a:xfrm>
            <a:off x="4508496" y="3502024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93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478F-C362-3408-A75F-EC1DD459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F933242F-8DFA-69A0-2854-4BC3D5C26CC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44180-33D9-98D4-EB45-98EE57D55F78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D6EB3-B9F1-B74B-18AF-A6FBA7BA40C8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0D0186-1BCD-3353-2F9C-167BCD9C1C7F}"/>
              </a:ext>
            </a:extLst>
          </p:cNvPr>
          <p:cNvSpPr/>
          <p:nvPr/>
        </p:nvSpPr>
        <p:spPr>
          <a:xfrm>
            <a:off x="1369897" y="1748721"/>
            <a:ext cx="10630037" cy="1182369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531C5279-8AA0-B1C6-5268-1FAF990CD117}"/>
              </a:ext>
            </a:extLst>
          </p:cNvPr>
          <p:cNvSpPr/>
          <p:nvPr/>
        </p:nvSpPr>
        <p:spPr>
          <a:xfrm>
            <a:off x="1369897" y="1702402"/>
            <a:ext cx="10630037" cy="368525"/>
          </a:xfrm>
          <a:prstGeom prst="round2SameRect">
            <a:avLst>
              <a:gd name="adj1" fmla="val 18872"/>
              <a:gd name="adj2" fmla="val 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F9F16D-61F6-0C9B-D6C5-F0AF469D1FF6}"/>
              </a:ext>
            </a:extLst>
          </p:cNvPr>
          <p:cNvSpPr/>
          <p:nvPr/>
        </p:nvSpPr>
        <p:spPr>
          <a:xfrm>
            <a:off x="1435636" y="1822721"/>
            <a:ext cx="7850996" cy="2046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Richiedi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A03C89-E64F-C001-F917-48ABE53CD164}"/>
              </a:ext>
            </a:extLst>
          </p:cNvPr>
          <p:cNvSpPr/>
          <p:nvPr/>
        </p:nvSpPr>
        <p:spPr>
          <a:xfrm>
            <a:off x="143563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098C845-6E21-0837-F757-6FC79C7669DB}"/>
              </a:ext>
            </a:extLst>
          </p:cNvPr>
          <p:cNvSpPr/>
          <p:nvPr/>
        </p:nvSpPr>
        <p:spPr>
          <a:xfrm>
            <a:off x="1435636" y="2492922"/>
            <a:ext cx="181133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 i="1">
                <a:solidFill>
                  <a:schemeClr val="tx1"/>
                </a:solidFill>
              </a:rPr>
              <a:t>Banca Nuova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D53C354-368C-5F26-289E-804BD1EEE9FF}"/>
              </a:ext>
            </a:extLst>
          </p:cNvPr>
          <p:cNvSpPr/>
          <p:nvPr/>
        </p:nvSpPr>
        <p:spPr>
          <a:xfrm>
            <a:off x="3537641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CENSIMENTO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5378D84-2C25-7834-C48F-25B6C0E33EDD}"/>
              </a:ext>
            </a:extLst>
          </p:cNvPr>
          <p:cNvSpPr/>
          <p:nvPr/>
        </p:nvSpPr>
        <p:spPr>
          <a:xfrm>
            <a:off x="3537641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9E205D-FC2B-5EB4-10F5-FCCE2686BC5F}"/>
              </a:ext>
            </a:extLst>
          </p:cNvPr>
          <p:cNvSpPr/>
          <p:nvPr/>
        </p:nvSpPr>
        <p:spPr>
          <a:xfrm>
            <a:off x="5938096" y="2279581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MONITORAGGIO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90DA435-E273-AE75-7B0A-E48CB5E6E691}"/>
              </a:ext>
            </a:extLst>
          </p:cNvPr>
          <p:cNvSpPr/>
          <p:nvPr/>
        </p:nvSpPr>
        <p:spPr>
          <a:xfrm>
            <a:off x="5938096" y="2492922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monitoraggio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8E2581-B5CB-8159-0C32-24653D781CCA}"/>
              </a:ext>
            </a:extLst>
          </p:cNvPr>
          <p:cNvSpPr/>
          <p:nvPr/>
        </p:nvSpPr>
        <p:spPr>
          <a:xfrm>
            <a:off x="8336596" y="2266370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6CEFEBB-8683-1D27-CF6E-772600B32440}"/>
              </a:ext>
            </a:extLst>
          </p:cNvPr>
          <p:cNvSpPr/>
          <p:nvPr/>
        </p:nvSpPr>
        <p:spPr>
          <a:xfrm>
            <a:off x="8336596" y="2479711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Cerca per  Tracking ID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1650F3-86E3-F3A0-1351-52F194CE61AD}"/>
              </a:ext>
            </a:extLst>
          </p:cNvPr>
          <p:cNvSpPr/>
          <p:nvPr/>
        </p:nvSpPr>
        <p:spPr>
          <a:xfrm>
            <a:off x="1435636" y="4388923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Pratiche per cui è stato richiesto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73537-23A7-55CC-EC97-E3B780B034B0}"/>
              </a:ext>
            </a:extLst>
          </p:cNvPr>
          <p:cNvSpPr/>
          <p:nvPr/>
        </p:nvSpPr>
        <p:spPr>
          <a:xfrm>
            <a:off x="10735096" y="2382501"/>
            <a:ext cx="1105323" cy="368526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Cerca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D4FE5-E719-D1EE-B8FF-9C809AC68C9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CF140-9818-CCC5-4166-EF484739522E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2838A9B-8C5D-AF87-7AAD-1C2666ACEE26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4FA8352-FC38-2777-B624-23875EC57E1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DAB005-A1AA-8982-E05C-29DBAC7E0D2B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CDFC7FB-DDC0-AABD-97D4-93BF819F1832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FDC37D5-07E3-D136-0031-F559FCE242D2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43036405-8721-3946-E3C0-12A4EFFA861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9F1F94B2-F642-F5D0-AF0F-7070E9D107E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5EC426-9F38-6EA0-1FF7-72BDE7EE0F2B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05689-C33E-9A9E-EFBC-A3B9EB4498B8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26CE65-16A8-4B0B-B49B-DE04F9E97105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9EFB56-2B67-EA1D-3BEE-6944BD413DE9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05144D2-06AB-6ABB-15A8-229099F58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362957"/>
              </p:ext>
            </p:extLst>
          </p:nvPr>
        </p:nvGraphicFramePr>
        <p:xfrm>
          <a:off x="1369896" y="4647782"/>
          <a:ext cx="10488423" cy="9850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9332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489367108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883441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56411870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Aggiornamento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Report Generato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Visualizza Report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B22B296-D9FE-B6BD-B198-D7B62CF48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05259"/>
              </p:ext>
            </p:extLst>
          </p:nvPr>
        </p:nvGraphicFramePr>
        <p:xfrm>
          <a:off x="1369894" y="3014301"/>
          <a:ext cx="10630035" cy="970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402">
                  <a:extLst>
                    <a:ext uri="{9D8B030D-6E8A-4147-A177-3AD203B41FA5}">
                      <a16:colId xmlns:a16="http://schemas.microsoft.com/office/drawing/2014/main" val="371792151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4777516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910144513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3498742758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331612919"/>
                    </a:ext>
                  </a:extLst>
                </a:gridCol>
                <a:gridCol w="977005">
                  <a:extLst>
                    <a:ext uri="{9D8B030D-6E8A-4147-A177-3AD203B41FA5}">
                      <a16:colId xmlns:a16="http://schemas.microsoft.com/office/drawing/2014/main" val="1937625369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738469277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267898955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76845080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3303821476"/>
                    </a:ext>
                  </a:extLst>
                </a:gridCol>
                <a:gridCol w="969204">
                  <a:extLst>
                    <a:ext uri="{9D8B030D-6E8A-4147-A177-3AD203B41FA5}">
                      <a16:colId xmlns:a16="http://schemas.microsoft.com/office/drawing/2014/main" val="696508095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167568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1000"/>
                        <a:t>Banca vecchia </a:t>
                      </a:r>
                      <a:r>
                        <a:rPr lang="it-IT" sz="1000" err="1"/>
                        <a:t>S.p.A</a:t>
                      </a:r>
                      <a:endParaRPr lang="it-IT" sz="10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frossi@isp.it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Richiedi Aggiornamento Mailing List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664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125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0B08-F2DC-045D-BB03-4682E965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C756F02F-7C35-369D-D895-C99DE5994046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14AE7A-B1BE-6C9C-E023-92D1C9ED7ABF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70186-0B7A-C35A-DAFE-BB46E467FBBB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56D10-DBCE-45E7-7186-93AF58EB8434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Pratiche per cui è stato richiesto aggiornamento mailing List</a:t>
            </a:r>
            <a:endParaRPr lang="it-IT" sz="4800" b="1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3D43F-A12C-ED47-96BA-96053637F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89828"/>
              </p:ext>
            </p:extLst>
          </p:nvPr>
        </p:nvGraphicFramePr>
        <p:xfrm>
          <a:off x="1369897" y="1769006"/>
          <a:ext cx="10488423" cy="9850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9332">
                  <a:extLst>
                    <a:ext uri="{9D8B030D-6E8A-4147-A177-3AD203B41FA5}">
                      <a16:colId xmlns:a16="http://schemas.microsoft.com/office/drawing/2014/main" val="3712489183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258375119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393316806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3447578952"/>
                    </a:ext>
                  </a:extLst>
                </a:gridCol>
                <a:gridCol w="869332">
                  <a:extLst>
                    <a:ext uri="{9D8B030D-6E8A-4147-A177-3AD203B41FA5}">
                      <a16:colId xmlns:a16="http://schemas.microsoft.com/office/drawing/2014/main" val="659548682"/>
                    </a:ext>
                  </a:extLst>
                </a:gridCol>
                <a:gridCol w="883441">
                  <a:extLst>
                    <a:ext uri="{9D8B030D-6E8A-4147-A177-3AD203B41FA5}">
                      <a16:colId xmlns:a16="http://schemas.microsoft.com/office/drawing/2014/main" val="192134855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3617814167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116881491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261560193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2029328062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1564118706"/>
                    </a:ext>
                  </a:extLst>
                </a:gridCol>
                <a:gridCol w="876387">
                  <a:extLst>
                    <a:ext uri="{9D8B030D-6E8A-4147-A177-3AD203B41FA5}">
                      <a16:colId xmlns:a16="http://schemas.microsoft.com/office/drawing/2014/main" val="4110423869"/>
                    </a:ext>
                  </a:extLst>
                </a:gridCol>
              </a:tblGrid>
              <a:tr h="405892"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Monitoraggio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Censimento Pratica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creazione Pratica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Fine monitoraggio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Ultimo aggiornamento mailing list 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Aggiornamento</a:t>
                      </a:r>
                      <a:r>
                        <a:rPr lang="it-IT" sz="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8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89862"/>
                  </a:ext>
                </a:extLst>
              </a:tr>
              <a:tr h="405892">
                <a:tc>
                  <a:txBody>
                    <a:bodyPr/>
                    <a:lstStyle/>
                    <a:p>
                      <a:pPr algn="l"/>
                      <a:r>
                        <a:rPr lang="it-IT" sz="800"/>
                        <a:t>Banca Nuova </a:t>
                      </a:r>
                      <a:r>
                        <a:rPr lang="it-IT" sz="800" err="1"/>
                        <a:t>S.p.A</a:t>
                      </a:r>
                      <a:endParaRPr lang="it-IT" sz="8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Franco Rossi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8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234234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15/03/2015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22/11/2019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8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10/01/2025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/>
                        <a:t>Documentazione Completa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900" b="0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Aggiorna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0567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64F7F68-A7F4-E256-9733-5E99D7652B31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671E0-C9B1-3732-5773-C9D3F10C02E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A25B902-5A8D-554E-01E6-069FE88DF061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16A60CB-57FB-435C-DD59-F27820578653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AE8078D-44D4-81AE-B2A5-B4D5F060742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F398CF-3ED4-4C7B-9024-F62EC0281530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037DE5-9940-7756-8049-BD9B7B53323C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13217059-FF11-A6A0-8EB6-98F0ECAE2DE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55A10432-B178-0624-24B3-34040D18AAF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1808A9-62BD-5644-04DB-921D10F8AC1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39F410-54B3-8B09-0324-DE46ABFB74AE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BC57FC-B19C-0036-7F52-9FFF6D2E7FA6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628389-F11D-9E3A-65A2-128E1A5FC4B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9FED766-7484-73BF-DD9E-624FBD2881F8}"/>
              </a:ext>
            </a:extLst>
          </p:cNvPr>
          <p:cNvSpPr/>
          <p:nvPr/>
        </p:nvSpPr>
        <p:spPr>
          <a:xfrm rot="1011258">
            <a:off x="10579830" y="211680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3886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C300-5324-79D7-EEF3-E1C72916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07624E14-F722-D230-A690-C2A0E4B6DE3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96BDD1-696D-6646-073C-401895BB5DF6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B9D1C9-D51A-5C79-D6D7-70A98D252CB6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812D71-DEFE-3BCE-08CB-0F69FF4EAE7C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1A08D-D6E5-131B-06D6-D5320BCC0BDB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6707E-A627-0B3D-5C6F-6E289E497818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7ABED3E-4C6C-C609-BB86-E7445CBF3D3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770D6F-0AEA-8CED-0342-1B1210775C4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CFB4F0-16F7-D6B5-6AA0-A7D3CAD1FF13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7464EF9-5A8F-85FE-2E32-B60F0343F41F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E633192-26A2-F86C-25E2-29C215F32EA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6BC2F227-7459-A7DC-EA63-2E8BDC1E01B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9FE90D04-AF34-176A-A22D-9396725AD9E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214-B368-DBCD-EC69-2AE11AAB5521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F0D0D-06A4-ABCE-D198-BB55D99F519C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B462C4-93A7-3DC0-6893-45946601F9EF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F50581-36C2-7F1A-13BA-67828C5D9228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2CEB89-E9C9-C425-C9D2-CECD20DB1500}"/>
              </a:ext>
            </a:extLst>
          </p:cNvPr>
          <p:cNvGrpSpPr/>
          <p:nvPr/>
        </p:nvGrpSpPr>
        <p:grpSpPr>
          <a:xfrm>
            <a:off x="1439308" y="2060500"/>
            <a:ext cx="9906193" cy="340671"/>
            <a:chOff x="1556004" y="2559330"/>
            <a:chExt cx="9906193" cy="34067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94F4C52-3EB3-E856-C4A8-32C4DE3225B9}"/>
                </a:ext>
              </a:extLst>
            </p:cNvPr>
            <p:cNvSpPr/>
            <p:nvPr/>
          </p:nvSpPr>
          <p:spPr>
            <a:xfrm>
              <a:off x="1556004" y="2559330"/>
              <a:ext cx="9906193" cy="3406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E2E2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err="1">
                  <a:solidFill>
                    <a:schemeClr val="tx1"/>
                  </a:solidFill>
                </a:rPr>
                <a:t>AD_FormUpdated</a:t>
              </a:r>
              <a:r>
                <a:rPr lang="it-IT" sz="800">
                  <a:solidFill>
                    <a:schemeClr val="tx1"/>
                  </a:solidFill>
                </a:rPr>
                <a:t>  </a:t>
              </a:r>
            </a:p>
          </p:txBody>
        </p:sp>
        <p:pic>
          <p:nvPicPr>
            <p:cNvPr id="46" name="Graphic 45" descr="Comment Add outline">
              <a:extLst>
                <a:ext uri="{FF2B5EF4-FFF2-40B4-BE49-F238E27FC236}">
                  <a16:creationId xmlns:a16="http://schemas.microsoft.com/office/drawing/2014/main" id="{ECBE7F5C-0EA2-BC90-D1CE-B4B61F3C32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23217" y="2646865"/>
              <a:ext cx="165600" cy="165600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D9065339-C887-525F-70BB-4E0E867CA7C6}"/>
                </a:ext>
              </a:extLst>
            </p:cNvPr>
            <p:cNvSpPr/>
            <p:nvPr/>
          </p:nvSpPr>
          <p:spPr>
            <a:xfrm>
              <a:off x="5240719" y="2646865"/>
              <a:ext cx="706361" cy="16560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it-IT" sz="700"/>
                <a:t>Da confermare</a:t>
              </a:r>
            </a:p>
          </p:txBody>
        </p:sp>
        <p:pic>
          <p:nvPicPr>
            <p:cNvPr id="48" name="Graphic 47" descr="Download outline">
              <a:extLst>
                <a:ext uri="{FF2B5EF4-FFF2-40B4-BE49-F238E27FC236}">
                  <a16:creationId xmlns:a16="http://schemas.microsoft.com/office/drawing/2014/main" id="{39AEB966-F416-8348-4D25-59D9C2721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04209" y="2646865"/>
              <a:ext cx="165600" cy="165600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9B6BD0A-0176-67BA-4B9C-030E522D8076}"/>
                </a:ext>
              </a:extLst>
            </p:cNvPr>
            <p:cNvSpPr/>
            <p:nvPr/>
          </p:nvSpPr>
          <p:spPr>
            <a:xfrm>
              <a:off x="2969720" y="2614431"/>
              <a:ext cx="1728000" cy="230469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sz="800" b="1">
                  <a:solidFill>
                    <a:schemeClr val="tx1"/>
                  </a:solidFill>
                </a:rPr>
                <a:t>Documento caricato </a:t>
              </a:r>
              <a:r>
                <a:rPr lang="it-IT" sz="800">
                  <a:solidFill>
                    <a:schemeClr val="tx1"/>
                  </a:solidFill>
                </a:rPr>
                <a:t>: 21/03/2026</a:t>
              </a:r>
              <a:endParaRPr lang="it-IT" sz="700">
                <a:solidFill>
                  <a:schemeClr val="tx1"/>
                </a:solidFill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570DFED8-BFEC-A9A5-0A56-C50C7CEDE5A5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15C3B6F3-0F4D-BC46-B1D0-6CE8BC3D478D}"/>
              </a:ext>
            </a:extLst>
          </p:cNvPr>
          <p:cNvSpPr/>
          <p:nvPr/>
        </p:nvSpPr>
        <p:spPr>
          <a:xfrm rot="1787691">
            <a:off x="9128117" y="185020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36D15E-A536-82CE-33AB-2DDEC06BF08D}"/>
              </a:ext>
            </a:extLst>
          </p:cNvPr>
          <p:cNvSpPr/>
          <p:nvPr/>
        </p:nvSpPr>
        <p:spPr>
          <a:xfrm>
            <a:off x="608249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B5DE16-77C4-5F5F-CC2A-81298CE7115F}"/>
              </a:ext>
            </a:extLst>
          </p:cNvPr>
          <p:cNvSpPr/>
          <p:nvPr/>
        </p:nvSpPr>
        <p:spPr>
          <a:xfrm>
            <a:off x="10243042" y="2148035"/>
            <a:ext cx="495776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Rifiuta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CD416C9-FF79-318A-CEC5-536EA7336204}"/>
              </a:ext>
            </a:extLst>
          </p:cNvPr>
          <p:cNvSpPr/>
          <p:nvPr/>
        </p:nvSpPr>
        <p:spPr>
          <a:xfrm>
            <a:off x="9598831" y="2148039"/>
            <a:ext cx="495776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Conferma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5CD1C7-C8DE-FFC3-80D6-17FE684143A1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C910A-CCA2-3F93-EA6A-48DCC6A2F247}"/>
              </a:ext>
            </a:extLst>
          </p:cNvPr>
          <p:cNvSpPr>
            <a:spLocks/>
          </p:cNvSpPr>
          <p:nvPr/>
        </p:nvSpPr>
        <p:spPr>
          <a:xfrm>
            <a:off x="9854045" y="767432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5CC89E-9758-3F76-60DA-9F0D650C604C}"/>
              </a:ext>
            </a:extLst>
          </p:cNvPr>
          <p:cNvSpPr>
            <a:spLocks/>
          </p:cNvSpPr>
          <p:nvPr/>
        </p:nvSpPr>
        <p:spPr>
          <a:xfrm>
            <a:off x="9854045" y="947990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ED1CD3-3365-6E62-DB8A-3D0ECFDD49B3}"/>
              </a:ext>
            </a:extLst>
          </p:cNvPr>
          <p:cNvSpPr>
            <a:spLocks/>
          </p:cNvSpPr>
          <p:nvPr/>
        </p:nvSpPr>
        <p:spPr>
          <a:xfrm>
            <a:off x="9854045" y="1128548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confermata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66193A-A2C9-6727-BCA9-8F651E6923B5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Estrai con </a:t>
            </a:r>
            <a:r>
              <a:rPr lang="it-IT" sz="1100" err="1">
                <a:solidFill>
                  <a:schemeClr val="bg1"/>
                </a:solidFill>
              </a:rPr>
              <a:t>GenAI</a:t>
            </a:r>
            <a:endParaRPr lang="it-IT" sz="110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7FF5C8-52B8-F202-67E5-3646E79ECC20}"/>
              </a:ext>
            </a:extLst>
          </p:cNvPr>
          <p:cNvSpPr>
            <a:spLocks/>
          </p:cNvSpPr>
          <p:nvPr/>
        </p:nvSpPr>
        <p:spPr>
          <a:xfrm>
            <a:off x="9851974" y="1487064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8F2E1C-64E9-2793-0AD0-2F1A4F4876E6}"/>
              </a:ext>
            </a:extLst>
          </p:cNvPr>
          <p:cNvSpPr>
            <a:spLocks/>
          </p:cNvSpPr>
          <p:nvPr/>
        </p:nvSpPr>
        <p:spPr>
          <a:xfrm>
            <a:off x="9851974" y="1667621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AF5A55-9E14-E9E6-C186-7F069DC3B618}"/>
              </a:ext>
            </a:extLst>
          </p:cNvPr>
          <p:cNvSpPr>
            <a:spLocks/>
          </p:cNvSpPr>
          <p:nvPr/>
        </p:nvSpPr>
        <p:spPr>
          <a:xfrm>
            <a:off x="9851974" y="1306506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19D335-50CD-7C65-8C6B-2D578B0E84A8}"/>
              </a:ext>
            </a:extLst>
          </p:cNvPr>
          <p:cNvSpPr>
            <a:spLocks/>
          </p:cNvSpPr>
          <p:nvPr/>
        </p:nvSpPr>
        <p:spPr>
          <a:xfrm>
            <a:off x="9854045" y="1850985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</p:spTree>
    <p:extLst>
      <p:ext uri="{BB962C8B-B14F-4D97-AF65-F5344CB8AC3E}">
        <p14:creationId xmlns:p14="http://schemas.microsoft.com/office/powerpoint/2010/main" val="7812040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69A5-FAD3-CD75-AFA9-74AA0CC7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13C5A6B3-8EE0-8CB6-2D46-446665361FA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91402-F34B-64D8-4A35-1EA335977525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91BCB1-E637-81D6-1682-1F9D127B2FC1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35609-34CF-3C6E-A630-9D1CC22A4AA4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A8141-5685-777B-4C39-677A114CF643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FC69C-801D-A97E-00F5-69754068126A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6AB2685-EE06-C3B7-90A4-C4E04E4FD71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30506A-8C53-4E1E-7102-75AB548D72AB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E18E34C-43E0-9644-36A7-B20AF8781A4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A26A5E5-CAFB-5F78-4EE7-92BCEF1FAC51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2CAD69-75D9-495E-5553-ABEBE7F1D9F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8F339B90-9F7A-F0D0-4C4A-759B166C443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7317CEA2-839E-85F9-25F6-DA7B01D6634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04CF16E-35D8-8FB1-3F2F-65DBCEB7D18D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F64A2E-CFB3-BB50-E24B-DBBD52286B63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1568BC-BF3B-BA21-4AFC-82CAE5EC8551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0E2C62-F56B-1DEA-3F71-A8210553B9A1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1291F6-7F5C-B0BA-416D-F5A2B62DE319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6D769B79-AC3C-8EBB-0F33-6288E0F58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FBE74B1-F3B4-A28B-B53A-776CAAB9C7FC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998F47F9-CC3B-8D1E-83A4-E75CADE192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8E03B9D-4A5A-F67B-1BA9-AE4B68C09B14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ABC14B7-0EBF-72FE-BFF6-4C694AE80FDA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C5A5213-2634-4FAE-5F22-D541C4486D5E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D7B37-DA31-F287-2AA8-5000644E9BC3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B57F7C-28FF-9F69-F120-02FA05166EEE}"/>
              </a:ext>
            </a:extLst>
          </p:cNvPr>
          <p:cNvSpPr>
            <a:spLocks/>
          </p:cNvSpPr>
          <p:nvPr/>
        </p:nvSpPr>
        <p:spPr>
          <a:xfrm>
            <a:off x="9854045" y="750180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764F23-B6C6-FE15-CB02-85CF1AF70DA4}"/>
              </a:ext>
            </a:extLst>
          </p:cNvPr>
          <p:cNvSpPr>
            <a:spLocks/>
          </p:cNvSpPr>
          <p:nvPr/>
        </p:nvSpPr>
        <p:spPr>
          <a:xfrm>
            <a:off x="9854045" y="930738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D0D635-BDD4-C907-050B-243C8865F100}"/>
              </a:ext>
            </a:extLst>
          </p:cNvPr>
          <p:cNvSpPr>
            <a:spLocks/>
          </p:cNvSpPr>
          <p:nvPr/>
        </p:nvSpPr>
        <p:spPr>
          <a:xfrm>
            <a:off x="9854045" y="1472412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C7B374-3D7C-2692-7E40-6FD0076F7818}"/>
              </a:ext>
            </a:extLst>
          </p:cNvPr>
          <p:cNvSpPr>
            <a:spLocks/>
          </p:cNvSpPr>
          <p:nvPr/>
        </p:nvSpPr>
        <p:spPr>
          <a:xfrm>
            <a:off x="9854045" y="1652969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657E8D-9205-C4D1-5643-8C2F988C7A95}"/>
              </a:ext>
            </a:extLst>
          </p:cNvPr>
          <p:cNvSpPr>
            <a:spLocks/>
          </p:cNvSpPr>
          <p:nvPr/>
        </p:nvSpPr>
        <p:spPr>
          <a:xfrm>
            <a:off x="9854045" y="1291854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D498CE-FAC2-6EEA-B4E4-37D2C8F072FA}"/>
              </a:ext>
            </a:extLst>
          </p:cNvPr>
          <p:cNvSpPr>
            <a:spLocks/>
          </p:cNvSpPr>
          <p:nvPr/>
        </p:nvSpPr>
        <p:spPr>
          <a:xfrm>
            <a:off x="9854045" y="1111296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confermata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EF05F4-54BE-6D98-08E6-8DE87B7D84B4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Estrai con </a:t>
            </a:r>
            <a:r>
              <a:rPr lang="it-IT" sz="1100" err="1">
                <a:solidFill>
                  <a:schemeClr val="bg1"/>
                </a:solidFill>
              </a:rPr>
              <a:t>GenAI</a:t>
            </a:r>
            <a:endParaRPr lang="it-IT" sz="1100">
              <a:solidFill>
                <a:schemeClr val="bg1"/>
              </a:solidFill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9D36E42-4193-970B-D8C0-5CC50DCEE10C}"/>
              </a:ext>
            </a:extLst>
          </p:cNvPr>
          <p:cNvSpPr/>
          <p:nvPr/>
        </p:nvSpPr>
        <p:spPr>
          <a:xfrm rot="1787691">
            <a:off x="840387" y="239333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08AB8F-FDF2-90BF-86AA-5DB5C04AAF5C}"/>
              </a:ext>
            </a:extLst>
          </p:cNvPr>
          <p:cNvSpPr>
            <a:spLocks/>
          </p:cNvSpPr>
          <p:nvPr/>
        </p:nvSpPr>
        <p:spPr>
          <a:xfrm>
            <a:off x="9854045" y="1833737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</p:spTree>
    <p:extLst>
      <p:ext uri="{BB962C8B-B14F-4D97-AF65-F5344CB8AC3E}">
        <p14:creationId xmlns:p14="http://schemas.microsoft.com/office/powerpoint/2010/main" val="2981358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D0C5-54BB-F37B-1B1E-916F2C30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B71FE95A-C0FD-82CD-303D-77235C700140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B97A6B-1BEA-05C8-22F7-446FA43942E1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DE99E5-91C7-2C01-1ACC-C180568CABE6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2C0867-2EC0-40EC-7FB0-860CF128A022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D8269-18AE-8B26-808C-70DFDC30AC0D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48A21-F401-29A0-4036-D8385DAC0A68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FCCB397-3FA5-D77D-412C-D0D11792FCF6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60FDE0-98F7-D778-CBC3-86FC11CD462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47C1576-1742-3F03-FF97-B34EFA82162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AEE8A9E-CC95-B7E6-D28F-D2A62541B09D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C59A2F4-A6B0-183C-7A3E-493309F58ECD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C52E5F95-A5CB-0744-3C1A-99EF6AD0024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C04F5097-0235-8E8A-8628-C75F3AB760E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F74E60F-0DD2-2805-0DC4-7757337937D9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B1E034-4948-F00C-CA8E-A35A35E4E82F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08A51B-B17B-A45C-CABF-9FDDB1212A60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733D90-2F95-9843-C3DD-AC42B60A273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3CFFD3-E76F-BD7E-0F63-625E56D72E3B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DED62F1A-FBA6-390D-4C55-FC535394C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2224E9B-8EDC-6FA4-D8CE-574BC26DAC79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CD600035-B663-4CD6-6F0D-1FB8C667E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EBCAD23-0FE2-F854-DAAC-585AD6281DA5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BD15135-0958-69E2-9567-EF660A4ACF36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19042EB-5A33-3932-7A06-FB82532ED29F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7004A-43C3-7C68-DD97-ADA611604F51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744A6-E632-0E5D-78C3-1A0B3AB88F28}"/>
              </a:ext>
            </a:extLst>
          </p:cNvPr>
          <p:cNvSpPr>
            <a:spLocks/>
          </p:cNvSpPr>
          <p:nvPr/>
        </p:nvSpPr>
        <p:spPr>
          <a:xfrm>
            <a:off x="9854045" y="732927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A9068-B7E8-8035-1B24-987ADCFA19BC}"/>
              </a:ext>
            </a:extLst>
          </p:cNvPr>
          <p:cNvSpPr>
            <a:spLocks/>
          </p:cNvSpPr>
          <p:nvPr/>
        </p:nvSpPr>
        <p:spPr>
          <a:xfrm>
            <a:off x="9854045" y="913485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84FB4E-189D-2008-3625-934055EE2482}"/>
              </a:ext>
            </a:extLst>
          </p:cNvPr>
          <p:cNvSpPr>
            <a:spLocks/>
          </p:cNvSpPr>
          <p:nvPr/>
        </p:nvSpPr>
        <p:spPr>
          <a:xfrm>
            <a:off x="9854045" y="1455159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E7B630-F2AE-5533-ADD0-950EBE1C5909}"/>
              </a:ext>
            </a:extLst>
          </p:cNvPr>
          <p:cNvSpPr>
            <a:spLocks/>
          </p:cNvSpPr>
          <p:nvPr/>
        </p:nvSpPr>
        <p:spPr>
          <a:xfrm>
            <a:off x="9854045" y="1635716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D2DFFD-9E4A-9F62-8544-AF9B8AFB60AA}"/>
              </a:ext>
            </a:extLst>
          </p:cNvPr>
          <p:cNvSpPr>
            <a:spLocks/>
          </p:cNvSpPr>
          <p:nvPr/>
        </p:nvSpPr>
        <p:spPr>
          <a:xfrm>
            <a:off x="9854045" y="1274601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6112FB-C482-387E-DE0F-8A8F8D3F7EF9}"/>
              </a:ext>
            </a:extLst>
          </p:cNvPr>
          <p:cNvSpPr>
            <a:spLocks/>
          </p:cNvSpPr>
          <p:nvPr/>
        </p:nvSpPr>
        <p:spPr>
          <a:xfrm>
            <a:off x="9854045" y="1094043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confermata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72697-21E9-2D1D-D704-3405C6F4367A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Visualizza Dati </a:t>
            </a:r>
            <a:r>
              <a:rPr lang="it-IT" sz="1100" err="1">
                <a:solidFill>
                  <a:schemeClr val="bg1"/>
                </a:solidFill>
              </a:rPr>
              <a:t>GenAI</a:t>
            </a:r>
            <a:endParaRPr lang="it-IT" sz="11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A324B1-4FF9-9F5A-F2F5-701FFF42DD78}"/>
              </a:ext>
            </a:extLst>
          </p:cNvPr>
          <p:cNvSpPr>
            <a:spLocks/>
          </p:cNvSpPr>
          <p:nvPr/>
        </p:nvSpPr>
        <p:spPr>
          <a:xfrm>
            <a:off x="9854045" y="1833733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</p:spTree>
    <p:extLst>
      <p:ext uri="{BB962C8B-B14F-4D97-AF65-F5344CB8AC3E}">
        <p14:creationId xmlns:p14="http://schemas.microsoft.com/office/powerpoint/2010/main" val="3423627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11B4-5295-6CF8-7751-2B7D64F0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AFF97FB9-42D8-CDD1-D081-ABD90C49B238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20E338-CFA0-A5BF-DD40-8C90DD746E4A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B5F9E3-40B1-55C4-CE11-22B0D5B67F60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2126A-1090-B98A-6E25-BA79B0088A25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43DF5B-F354-B423-6824-491FFC5A06AA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D2157D-7263-2EB9-B0B6-F27A47F95A32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220D01C-8C4A-3B98-A414-372E0134C7BE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3629E42-9AE0-D90E-C36C-7BD6D718A05D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ED1C85-499C-614E-1090-7AF3A5C98DCA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F401E1-EBE4-0703-AC77-E7D41727D037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56F2CBF-D3A1-0C56-12F4-25FD2FCEE664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05C74F76-C80A-2EF1-0F50-BD0CD4A007E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801AF071-E6BF-088F-260A-70DF2AAC29B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FDDF9C-E89F-A5ED-8FC4-302D285C2765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91E435-06E3-B30A-3324-4E912C0793E0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99EF65-E218-14A3-73EE-18B9E28C922E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A67F0F-9307-8A2D-5A84-72F10D3F0BAC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636555-6D18-60B3-AA26-854D8244FA16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40AE4E4D-A4D0-EBBA-E5FC-A5FF873F1B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1B35A53-06A4-FCE3-E68A-8D2DD4C34AA2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78F3E1BA-0D3F-21B6-B281-425A4C28A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A6570DE-2475-0B62-FB65-AB0C14EDD947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C48A75-A511-E397-277F-BC5AFFEC9C04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C7CBF22-1C7B-0C92-8FCD-B1DED3AACFE5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29D3E-37CF-CE72-205E-FD294B96DF60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823FD3-289B-66A4-DF87-333CF8882254}"/>
              </a:ext>
            </a:extLst>
          </p:cNvPr>
          <p:cNvSpPr>
            <a:spLocks/>
          </p:cNvSpPr>
          <p:nvPr/>
        </p:nvSpPr>
        <p:spPr>
          <a:xfrm>
            <a:off x="9854045" y="732927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6F0931-AAD3-72D8-EFD8-AC3580C0B4A1}"/>
              </a:ext>
            </a:extLst>
          </p:cNvPr>
          <p:cNvSpPr>
            <a:spLocks/>
          </p:cNvSpPr>
          <p:nvPr/>
        </p:nvSpPr>
        <p:spPr>
          <a:xfrm>
            <a:off x="9854045" y="913485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6CF82B-0A90-4B25-7C88-3FDF5F24D967}"/>
              </a:ext>
            </a:extLst>
          </p:cNvPr>
          <p:cNvSpPr>
            <a:spLocks/>
          </p:cNvSpPr>
          <p:nvPr/>
        </p:nvSpPr>
        <p:spPr>
          <a:xfrm>
            <a:off x="9854045" y="1455159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CA7148-4B77-4210-8B63-C8FF0078E82E}"/>
              </a:ext>
            </a:extLst>
          </p:cNvPr>
          <p:cNvSpPr>
            <a:spLocks/>
          </p:cNvSpPr>
          <p:nvPr/>
        </p:nvSpPr>
        <p:spPr>
          <a:xfrm>
            <a:off x="9854045" y="1635716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6402BA-E35A-5C4C-0C3A-F959AECC7C0E}"/>
              </a:ext>
            </a:extLst>
          </p:cNvPr>
          <p:cNvSpPr>
            <a:spLocks/>
          </p:cNvSpPr>
          <p:nvPr/>
        </p:nvSpPr>
        <p:spPr>
          <a:xfrm>
            <a:off x="9854045" y="1274601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C5A211-F2C6-823D-94A1-479036718CF3}"/>
              </a:ext>
            </a:extLst>
          </p:cNvPr>
          <p:cNvSpPr>
            <a:spLocks/>
          </p:cNvSpPr>
          <p:nvPr/>
        </p:nvSpPr>
        <p:spPr>
          <a:xfrm>
            <a:off x="9854045" y="1094043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confermata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D33DB-7044-ABDE-EB5C-D8CDE8D855B3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Visualizza Dati </a:t>
            </a:r>
            <a:r>
              <a:rPr lang="it-IT" sz="1100" err="1">
                <a:solidFill>
                  <a:schemeClr val="bg1"/>
                </a:solidFill>
              </a:rPr>
              <a:t>GenAI</a:t>
            </a:r>
            <a:endParaRPr lang="it-IT" sz="1100">
              <a:solidFill>
                <a:schemeClr val="bg1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A1B72AE-D9FC-00A8-1BE6-D677B1E24A6D}"/>
              </a:ext>
            </a:extLst>
          </p:cNvPr>
          <p:cNvSpPr/>
          <p:nvPr/>
        </p:nvSpPr>
        <p:spPr>
          <a:xfrm rot="1787691">
            <a:off x="840387" y="2393333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DF489-DEAF-59A3-6AF3-DFB6DFE6E14F}"/>
              </a:ext>
            </a:extLst>
          </p:cNvPr>
          <p:cNvSpPr>
            <a:spLocks/>
          </p:cNvSpPr>
          <p:nvPr/>
        </p:nvSpPr>
        <p:spPr>
          <a:xfrm>
            <a:off x="9854045" y="1807855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</p:spTree>
    <p:extLst>
      <p:ext uri="{BB962C8B-B14F-4D97-AF65-F5344CB8AC3E}">
        <p14:creationId xmlns:p14="http://schemas.microsoft.com/office/powerpoint/2010/main" val="2852125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0659-7EF1-AB65-D8AB-A63C52C6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398BC82C-BC4F-FCA1-9114-BCCACCD365DC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FB3C72-A469-A445-FDEE-88221AEFE368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C1283A-9A6F-A49C-5B59-565870678DFF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0CFF-E6A7-D0A2-C72B-8A3CAC00994A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CE91E8-A7CB-7CED-DE16-BE7DF5D8A3E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8A0EB-5075-A100-7453-148AE5999D4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8442C3F-D497-0B96-D301-DBAD87B44D2B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830946-4FA6-4D0C-EBA2-87923128DC39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9C3F66-B4E4-018C-3805-D904920710E0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5C0BBC-29A4-021F-DEE1-65A54F141FAF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A2D925-61CA-2BAB-2E7C-605B9D85C08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E8ACA92D-BA59-CAE0-56FD-45B7D57F843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6061FF14-22EB-747E-7B71-AB2466D89BB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C5B241-C209-047D-CC7A-7C7FA19D85B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DE5301-3E09-6E73-D902-5D74B673AA84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DC4241-1220-6B69-DDF0-294A9484C835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2FA084-AE02-004A-234D-9D1F98AC891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A999E0-8D45-6573-2FE3-FC7885598472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9B106769-07B4-C107-693D-34B926120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15EC51C-DAF5-5DE1-1E14-51C9DF66D1FB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33A5D103-A0A3-B33C-172C-AB0735AD7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2BD0911-47EC-FAA6-4B74-0770935D929D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271B359-38A2-F545-8406-3D867F0D885A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A96B5E-7FB0-E887-3F43-ADCFF5194B01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293D00-CD19-5072-A224-30B0591897B8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67872B-BDAA-41B0-2C6B-293EC4355D97}"/>
              </a:ext>
            </a:extLst>
          </p:cNvPr>
          <p:cNvSpPr>
            <a:spLocks/>
          </p:cNvSpPr>
          <p:nvPr/>
        </p:nvSpPr>
        <p:spPr>
          <a:xfrm>
            <a:off x="9854045" y="879574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DAA185-FB1A-5AE9-5378-FF21415DFA4D}"/>
              </a:ext>
            </a:extLst>
          </p:cNvPr>
          <p:cNvSpPr>
            <a:spLocks/>
          </p:cNvSpPr>
          <p:nvPr/>
        </p:nvSpPr>
        <p:spPr>
          <a:xfrm>
            <a:off x="9854045" y="1060132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34131D-DB4F-E9D2-1949-919A8E12603B}"/>
              </a:ext>
            </a:extLst>
          </p:cNvPr>
          <p:cNvSpPr>
            <a:spLocks/>
          </p:cNvSpPr>
          <p:nvPr/>
        </p:nvSpPr>
        <p:spPr>
          <a:xfrm>
            <a:off x="9854045" y="1601806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dati in corso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D944A3-6ADE-E345-A64F-6A789188C4B4}"/>
              </a:ext>
            </a:extLst>
          </p:cNvPr>
          <p:cNvSpPr>
            <a:spLocks/>
          </p:cNvSpPr>
          <p:nvPr/>
        </p:nvSpPr>
        <p:spPr>
          <a:xfrm>
            <a:off x="9854045" y="1782363"/>
            <a:ext cx="1440000" cy="1496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B0F25B-B00B-F282-2B49-63EA92123FE9}"/>
              </a:ext>
            </a:extLst>
          </p:cNvPr>
          <p:cNvSpPr>
            <a:spLocks/>
          </p:cNvSpPr>
          <p:nvPr/>
        </p:nvSpPr>
        <p:spPr>
          <a:xfrm>
            <a:off x="9854045" y="1421248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dati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8CB5A1-9458-2717-26F4-3303E6CA031F}"/>
              </a:ext>
            </a:extLst>
          </p:cNvPr>
          <p:cNvSpPr>
            <a:spLocks/>
          </p:cNvSpPr>
          <p:nvPr/>
        </p:nvSpPr>
        <p:spPr>
          <a:xfrm>
            <a:off x="9854045" y="1240690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dati in corso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1DEF33-C057-4B14-B528-238FEF123B7C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Visualizza Dati </a:t>
            </a:r>
            <a:r>
              <a:rPr lang="it-IT" sz="1100" err="1">
                <a:solidFill>
                  <a:schemeClr val="bg1"/>
                </a:solidFill>
              </a:rPr>
              <a:t>GenAI</a:t>
            </a:r>
            <a:endParaRPr lang="it-IT" sz="1100">
              <a:solidFill>
                <a:schemeClr val="bg1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11959399-D8C5-FE76-65D1-FC5A4EC8C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9190" y="31088"/>
            <a:ext cx="12192000" cy="6858087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62E77F08-D070-1B15-DDB7-0804AC708046}"/>
              </a:ext>
            </a:extLst>
          </p:cNvPr>
          <p:cNvSpPr/>
          <p:nvPr/>
        </p:nvSpPr>
        <p:spPr>
          <a:xfrm rot="1787691">
            <a:off x="6361689" y="6224537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6686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18FB-E72A-F63E-1C04-EC294F7F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E161478-3088-8130-C02A-6B27F338C2F4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02E218-E8EB-EC2C-E502-3F25ABDFC65B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30584-19AB-9485-0226-47D813C10843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412C0-E097-1629-5B33-F132BD4CC114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637AD4-3781-DCB8-45E5-5F3D7608BEBB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B15E5F-5D22-6625-210E-EE8D92CBF97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CC90B16-C90B-BD59-C6C7-D841CC284F21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AD1E7A-94AD-340B-12F6-60A643D9A8E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2F11C58-C1C6-C65D-9ABE-C1E993A63171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AC5269-15A2-56BF-3838-0BB085191D97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613512-DF14-97CD-502F-004627315F01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7E1E1339-647A-DFD8-BB75-07EBA31C91F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B27F4B4D-4D74-71D5-908A-1694B20444C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CDF3C6-7E07-1EB4-4777-4B56F46B0FC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B59789-5784-90F3-F072-45327E190068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F8C09-66D4-98EA-1E7F-51B978D215CD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82974-D3FF-26EA-69FD-D322E16385AB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210D1DC-CA77-AC7B-13EE-3B8F7DAA21A9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030EEE53-2D9A-DBA5-42E7-DCA3BCD6D9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59DB338-8727-59DB-59DD-2B13B08154E0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554E8E5D-CCFA-24A8-A9C6-C4CDF9D51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47018CB-A758-3A0D-9EB5-B012265EE0F7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9FC9FCA-03C7-54DD-2858-8B16238053DD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A0C8F6-FF22-4591-51F2-B3E8E1FDFF53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6D345C-5AE1-49A2-A94B-2E4EE34DB75C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3EC294-6E9E-B06A-358D-C938F98C8D7C}"/>
              </a:ext>
            </a:extLst>
          </p:cNvPr>
          <p:cNvSpPr>
            <a:spLocks/>
          </p:cNvSpPr>
          <p:nvPr/>
        </p:nvSpPr>
        <p:spPr>
          <a:xfrm>
            <a:off x="9854045" y="757111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CE1129-D8F1-87C8-316A-D0530D35CE7D}"/>
              </a:ext>
            </a:extLst>
          </p:cNvPr>
          <p:cNvSpPr>
            <a:spLocks/>
          </p:cNvSpPr>
          <p:nvPr/>
        </p:nvSpPr>
        <p:spPr>
          <a:xfrm>
            <a:off x="9854045" y="937669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DB3A79-5F88-24D0-4659-4D8DAA101E9E}"/>
              </a:ext>
            </a:extLst>
          </p:cNvPr>
          <p:cNvSpPr>
            <a:spLocks/>
          </p:cNvSpPr>
          <p:nvPr/>
        </p:nvSpPr>
        <p:spPr>
          <a:xfrm>
            <a:off x="9854045" y="1479343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8BEA2D-0D69-35EF-F7D1-8D14D1A0DA5B}"/>
              </a:ext>
            </a:extLst>
          </p:cNvPr>
          <p:cNvSpPr>
            <a:spLocks/>
          </p:cNvSpPr>
          <p:nvPr/>
        </p:nvSpPr>
        <p:spPr>
          <a:xfrm>
            <a:off x="9854045" y="1659900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586909-39DB-14E9-E652-A6805C88D3BC}"/>
              </a:ext>
            </a:extLst>
          </p:cNvPr>
          <p:cNvSpPr>
            <a:spLocks/>
          </p:cNvSpPr>
          <p:nvPr/>
        </p:nvSpPr>
        <p:spPr>
          <a:xfrm>
            <a:off x="9854045" y="1298785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13A54E-C162-3A8A-43B1-8F42B8F9B182}"/>
              </a:ext>
            </a:extLst>
          </p:cNvPr>
          <p:cNvSpPr>
            <a:spLocks/>
          </p:cNvSpPr>
          <p:nvPr/>
        </p:nvSpPr>
        <p:spPr>
          <a:xfrm>
            <a:off x="9854045" y="1118227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Conferma </a:t>
            </a:r>
            <a:r>
              <a:rPr lang="it-IT" sz="800" err="1">
                <a:solidFill>
                  <a:schemeClr val="tx1"/>
                </a:solidFill>
              </a:rPr>
              <a:t>datiin</a:t>
            </a:r>
            <a:r>
              <a:rPr lang="it-IT" sz="800">
                <a:solidFill>
                  <a:schemeClr val="tx1"/>
                </a:solidFill>
              </a:rPr>
              <a:t> corso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8D825-38EF-229E-28AA-D7C763E616E7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Visualizza Report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42B6D5-C089-4171-3BEB-2599B8189988}"/>
              </a:ext>
            </a:extLst>
          </p:cNvPr>
          <p:cNvSpPr/>
          <p:nvPr/>
        </p:nvSpPr>
        <p:spPr>
          <a:xfrm>
            <a:off x="3115479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Concludi Fase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ABED1F-DE9F-0EC7-CFC2-5AD66827298B}"/>
              </a:ext>
            </a:extLst>
          </p:cNvPr>
          <p:cNvSpPr>
            <a:spLocks/>
          </p:cNvSpPr>
          <p:nvPr/>
        </p:nvSpPr>
        <p:spPr>
          <a:xfrm>
            <a:off x="9854045" y="1842361"/>
            <a:ext cx="1440000" cy="1496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1E442CB-64C7-DFE9-9785-D31DC0873067}"/>
              </a:ext>
            </a:extLst>
          </p:cNvPr>
          <p:cNvSpPr/>
          <p:nvPr/>
        </p:nvSpPr>
        <p:spPr>
          <a:xfrm rot="1787691">
            <a:off x="2653301" y="2276594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323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9DD9-A967-7FD8-3DE7-83C02352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B3D42E29-8DDB-0864-DD39-365D02971545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5467E4-F2C2-2EDF-4AB1-FE9B781E10A7}"/>
              </a:ext>
            </a:extLst>
          </p:cNvPr>
          <p:cNvSpPr txBox="1"/>
          <p:nvPr/>
        </p:nvSpPr>
        <p:spPr>
          <a:xfrm>
            <a:off x="1369897" y="448310"/>
            <a:ext cx="3923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BC2B3-5F07-41D7-B180-6A1A86F6CCDD}"/>
              </a:ext>
            </a:extLst>
          </p:cNvPr>
          <p:cNvSpPr txBox="1"/>
          <p:nvPr/>
        </p:nvSpPr>
        <p:spPr>
          <a:xfrm>
            <a:off x="1369897" y="817642"/>
            <a:ext cx="9916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/>
              <a:t>Benvenuto nella sezione «Aggiornamento Mailing List»</a:t>
            </a:r>
          </a:p>
          <a:p>
            <a:r>
              <a:rPr lang="it-IT" sz="1200"/>
              <a:t>Da questa schermata puoi aggiornare i dati dei contatti di qualsiasi pratica caricata in piattaforma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E8EE4-D65D-6990-8F7E-5E3DB376E090}"/>
              </a:ext>
            </a:extLst>
          </p:cNvPr>
          <p:cNvSpPr/>
          <p:nvPr/>
        </p:nvSpPr>
        <p:spPr>
          <a:xfrm>
            <a:off x="1435637" y="1510147"/>
            <a:ext cx="7850996" cy="204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Pratica 001 – Banca Nuova SPA</a:t>
            </a:r>
            <a:endParaRPr lang="it-IT" sz="4800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D3CE8D-D386-D783-ADBB-1660009D6C39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Aggiornamento Mailing 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AB13E-F781-0B8B-F43D-655198F36FAA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34CFABD-A170-D964-A54A-E79654F7D965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8297A2B-20AD-39E1-3CD8-BA5F62C3555C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E80F7AA-1316-71DE-F49B-C91FD1D98894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61AAEFB-6D69-F825-4757-3A079B55212D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7B9956B-029C-45F9-68AB-EE0149D8CB4B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Ringer outline">
            <a:extLst>
              <a:ext uri="{FF2B5EF4-FFF2-40B4-BE49-F238E27FC236}">
                <a16:creationId xmlns:a16="http://schemas.microsoft.com/office/drawing/2014/main" id="{E3081606-D27A-48A0-DCCE-B2491BB3469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E737E724-A91D-46CC-6210-33BDA296627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CD9D67-0543-7DFC-8095-C54CB89FE333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BAF0C-DF0F-5BAA-8D96-E7BE8D193C52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BABC57-9829-134C-C704-24F9CB438461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857FA2-A3A9-32BD-F081-4429D8A081D2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A7919E-491E-F830-DD1E-7E0846761D3A}"/>
              </a:ext>
            </a:extLst>
          </p:cNvPr>
          <p:cNvSpPr/>
          <p:nvPr/>
        </p:nvSpPr>
        <p:spPr>
          <a:xfrm>
            <a:off x="1439308" y="2060500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err="1">
                <a:solidFill>
                  <a:schemeClr val="tx1"/>
                </a:solidFill>
              </a:rPr>
              <a:t>AD_FormUpdated</a:t>
            </a:r>
            <a:r>
              <a:rPr lang="it-IT" sz="800">
                <a:solidFill>
                  <a:schemeClr val="tx1"/>
                </a:solidFill>
              </a:rPr>
              <a:t>  Pezze</a:t>
            </a:r>
          </a:p>
        </p:txBody>
      </p:sp>
      <p:pic>
        <p:nvPicPr>
          <p:cNvPr id="46" name="Graphic 45" descr="Comment Add outline">
            <a:extLst>
              <a:ext uri="{FF2B5EF4-FFF2-40B4-BE49-F238E27FC236}">
                <a16:creationId xmlns:a16="http://schemas.microsoft.com/office/drawing/2014/main" id="{25D4745F-D612-87BB-43E3-17FC3222E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6521" y="2148035"/>
            <a:ext cx="165600" cy="1656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B8DFC98-C933-8678-D951-5518BB581286}"/>
              </a:ext>
            </a:extLst>
          </p:cNvPr>
          <p:cNvSpPr/>
          <p:nvPr/>
        </p:nvSpPr>
        <p:spPr>
          <a:xfrm>
            <a:off x="6838563" y="2148035"/>
            <a:ext cx="706361" cy="16560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Confermato</a:t>
            </a:r>
          </a:p>
        </p:txBody>
      </p:sp>
      <p:pic>
        <p:nvPicPr>
          <p:cNvPr id="48" name="Graphic 47" descr="Download outline">
            <a:extLst>
              <a:ext uri="{FF2B5EF4-FFF2-40B4-BE49-F238E27FC236}">
                <a16:creationId xmlns:a16="http://schemas.microsoft.com/office/drawing/2014/main" id="{8409EABF-551B-40DC-0092-713004E70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7513" y="2148035"/>
            <a:ext cx="165600" cy="165600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8391B3-2961-A1CE-E02A-1DDC719C9BEF}"/>
              </a:ext>
            </a:extLst>
          </p:cNvPr>
          <p:cNvSpPr/>
          <p:nvPr/>
        </p:nvSpPr>
        <p:spPr>
          <a:xfrm>
            <a:off x="2853024" y="2115601"/>
            <a:ext cx="1728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b="1">
                <a:solidFill>
                  <a:schemeClr val="tx1"/>
                </a:solidFill>
              </a:rPr>
              <a:t>Documento caricato </a:t>
            </a:r>
            <a:r>
              <a:rPr lang="it-IT" sz="800">
                <a:solidFill>
                  <a:schemeClr val="tx1"/>
                </a:solidFill>
              </a:rPr>
              <a:t>: 21/03/2026</a:t>
            </a:r>
            <a:endParaRPr lang="it-IT" sz="70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727693-09AD-AAE2-5F33-4C76700B142F}"/>
              </a:ext>
            </a:extLst>
          </p:cNvPr>
          <p:cNvSpPr/>
          <p:nvPr/>
        </p:nvSpPr>
        <p:spPr>
          <a:xfrm>
            <a:off x="1309670" y="1801336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u="sng">
                <a:solidFill>
                  <a:schemeClr val="tx1"/>
                </a:solidFill>
              </a:rPr>
              <a:t>Documenti In Lavorazione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AF3554D-D704-4C18-03B7-76B519E55ED4}"/>
              </a:ext>
            </a:extLst>
          </p:cNvPr>
          <p:cNvSpPr/>
          <p:nvPr/>
        </p:nvSpPr>
        <p:spPr>
          <a:xfrm>
            <a:off x="5202384" y="2119636"/>
            <a:ext cx="1368000" cy="204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it-IT" sz="900">
                <a:solidFill>
                  <a:schemeClr val="tx1"/>
                </a:solidFill>
              </a:rPr>
              <a:t>Giorni Giacenza Stato: 1</a:t>
            </a:r>
            <a:endParaRPr lang="it-IT" sz="900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10443-7A41-E83F-83BA-74FB8E91A00F}"/>
              </a:ext>
            </a:extLst>
          </p:cNvPr>
          <p:cNvSpPr>
            <a:spLocks/>
          </p:cNvSpPr>
          <p:nvPr/>
        </p:nvSpPr>
        <p:spPr>
          <a:xfrm>
            <a:off x="8891623" y="1102542"/>
            <a:ext cx="107822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bg1">
                    <a:lumMod val="50000"/>
                  </a:schemeClr>
                </a:solidFill>
              </a:rPr>
              <a:t>STATO FASE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1147D3-851C-3E9B-4392-B0F1658C647D}"/>
              </a:ext>
            </a:extLst>
          </p:cNvPr>
          <p:cNvSpPr>
            <a:spLocks/>
          </p:cNvSpPr>
          <p:nvPr/>
        </p:nvSpPr>
        <p:spPr>
          <a:xfrm>
            <a:off x="9854045" y="757111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incompleta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B55807-2D54-C067-67E3-408EF38BB6DF}"/>
              </a:ext>
            </a:extLst>
          </p:cNvPr>
          <p:cNvSpPr>
            <a:spLocks/>
          </p:cNvSpPr>
          <p:nvPr/>
        </p:nvSpPr>
        <p:spPr>
          <a:xfrm>
            <a:off x="9854045" y="937669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Doc completa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428B5F-D9E2-D366-50C6-4655EF1E57B2}"/>
              </a:ext>
            </a:extLst>
          </p:cNvPr>
          <p:cNvSpPr>
            <a:spLocks/>
          </p:cNvSpPr>
          <p:nvPr/>
        </p:nvSpPr>
        <p:spPr>
          <a:xfrm>
            <a:off x="9854045" y="1479343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Verifica Estrazione GEN AI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4DE580-018A-E219-2470-94338B33E636}"/>
              </a:ext>
            </a:extLst>
          </p:cNvPr>
          <p:cNvSpPr>
            <a:spLocks/>
          </p:cNvSpPr>
          <p:nvPr/>
        </p:nvSpPr>
        <p:spPr>
          <a:xfrm>
            <a:off x="9854045" y="1659900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validata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4FEEB5-A1F7-45C4-8BAC-16A19652DBB5}"/>
              </a:ext>
            </a:extLst>
          </p:cNvPr>
          <p:cNvSpPr>
            <a:spLocks/>
          </p:cNvSpPr>
          <p:nvPr/>
        </p:nvSpPr>
        <p:spPr>
          <a:xfrm>
            <a:off x="9854045" y="1298785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Estrazione GEN AI in corso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FCBEB4-7C49-9856-C83B-4475F13761FC}"/>
              </a:ext>
            </a:extLst>
          </p:cNvPr>
          <p:cNvSpPr>
            <a:spLocks/>
          </p:cNvSpPr>
          <p:nvPr/>
        </p:nvSpPr>
        <p:spPr>
          <a:xfrm>
            <a:off x="9854045" y="1118227"/>
            <a:ext cx="1440000" cy="149679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Conferma </a:t>
            </a:r>
            <a:r>
              <a:rPr lang="it-IT" sz="800" err="1">
                <a:solidFill>
                  <a:schemeClr val="tx1"/>
                </a:solidFill>
              </a:rPr>
              <a:t>datiin</a:t>
            </a:r>
            <a:r>
              <a:rPr lang="it-IT" sz="800">
                <a:solidFill>
                  <a:schemeClr val="tx1"/>
                </a:solidFill>
              </a:rPr>
              <a:t> corso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896E8-F194-0357-A42B-34C4C217C29D}"/>
              </a:ext>
            </a:extLst>
          </p:cNvPr>
          <p:cNvSpPr/>
          <p:nvPr/>
        </p:nvSpPr>
        <p:spPr>
          <a:xfrm>
            <a:off x="1435637" y="2529629"/>
            <a:ext cx="1465545" cy="292424"/>
          </a:xfrm>
          <a:prstGeom prst="rect">
            <a:avLst/>
          </a:prstGeom>
          <a:solidFill>
            <a:srgbClr val="3F8F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100">
                <a:solidFill>
                  <a:schemeClr val="bg1"/>
                </a:solidFill>
              </a:rPr>
              <a:t>Visualizza Report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5663F8-9D9B-6842-4A7F-8B9520C118A4}"/>
              </a:ext>
            </a:extLst>
          </p:cNvPr>
          <p:cNvSpPr>
            <a:spLocks/>
          </p:cNvSpPr>
          <p:nvPr/>
        </p:nvSpPr>
        <p:spPr>
          <a:xfrm>
            <a:off x="9854045" y="1842361"/>
            <a:ext cx="1440000" cy="149679"/>
          </a:xfrm>
          <a:prstGeom prst="rect">
            <a:avLst/>
          </a:prstGeom>
          <a:solidFill>
            <a:srgbClr val="3F8F9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Fase Completata</a:t>
            </a:r>
          </a:p>
        </p:txBody>
      </p:sp>
    </p:spTree>
    <p:extLst>
      <p:ext uri="{BB962C8B-B14F-4D97-AF65-F5344CB8AC3E}">
        <p14:creationId xmlns:p14="http://schemas.microsoft.com/office/powerpoint/2010/main" val="461299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8AE7-4771-CDE5-5C86-79DA23450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13E90A-3426-1FE1-D96F-0E7646393668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AB92C-5546-0232-063B-BF812EAAF02E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269EE-C875-A92B-54AE-1D78660F35E1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C853A-1979-BDDA-9B26-5318F994C1C6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94EDE57F-AE49-5CA9-BDF7-FBCA6C2F6D95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B9A4B9-C780-00A3-FD85-9F6BB90DF963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0B5D1B-8260-65E6-C72D-BA1BC49DB07A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07F263-9BE2-5023-2029-AF587AE24765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B9707FE-832D-7A5C-DD54-40450B8CA339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70F25121-7073-3A6F-91C3-C5C0C2CCEF0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96082A33-265C-B8C0-DB5B-CB168065455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A111440-8824-06D9-C4DD-68CE90606845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7F23D9-2300-665D-B3ED-10B25E16F177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41AE23-6194-2BEE-ACE0-30484BC9D622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8058FF-64E9-0BA2-ABDC-94A1EB9F7EBA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6D1C63A-65F0-FA8D-1047-9C3720A1F9BD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41FC467-5017-4F21-8C36-3558B1F97A6A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0078F5D-77F1-601D-6DDB-20115F015F62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CBB6552-B169-1596-85BC-D3F6046210F1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697F0F-C76A-822A-1930-D5D0F4A7566D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D1718-5FA1-ACB5-AA38-67DF5A8D7647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E51D4BF-D4DC-CBAF-D47D-21A9BABDF465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8655C8-CA5F-E03E-866F-415DE53EF38D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A6A756-82F3-0686-BF1E-27B5FF233FEF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7F319F-E6AF-3F94-CD38-375C81FC135F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F38B1E-6AAC-627A-0E7D-2404C20A27E0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6D6F02-266F-1FBC-8954-91E2D478059A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verificata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7EF7099B-F42D-14F9-3896-93A4A434F0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4A527B82-E8C7-03C2-15B8-276D6A5F840E}"/>
              </a:ext>
            </a:extLst>
          </p:cNvPr>
          <p:cNvSpPr/>
          <p:nvPr/>
        </p:nvSpPr>
        <p:spPr>
          <a:xfrm>
            <a:off x="7515448" y="2114173"/>
            <a:ext cx="4180666" cy="781523"/>
          </a:xfrm>
          <a:prstGeom prst="wedgeRoundRectCallout">
            <a:avLst>
              <a:gd name="adj1" fmla="val -50718"/>
              <a:gd name="adj2" fmla="val -9053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/>
              <a:t>Questo disclaimer è presente in questa sezione nella vista di Deloitte </a:t>
            </a:r>
            <a:r>
              <a:rPr lang="it-IT" sz="1200" err="1"/>
              <a:t>finchè</a:t>
            </a:r>
            <a:r>
              <a:rPr lang="it-IT" sz="1200"/>
              <a:t> la tabella dello spread non è stata estratta/costruita e confermata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7842AE-F9FC-1585-63A1-CD9F8977DB06}"/>
              </a:ext>
            </a:extLst>
          </p:cNvPr>
          <p:cNvSpPr/>
          <p:nvPr/>
        </p:nvSpPr>
        <p:spPr>
          <a:xfrm>
            <a:off x="307951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Nessuna Tabella da inserire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31E69D-1F36-F065-32AB-5E09190251DB}"/>
              </a:ext>
            </a:extLst>
          </p:cNvPr>
          <p:cNvSpPr/>
          <p:nvPr/>
        </p:nvSpPr>
        <p:spPr>
          <a:xfrm>
            <a:off x="136587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Crea Tabella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266712-3551-DD76-E41D-9FB16FA7C535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6FF8D558-530B-A417-E4A2-439C30744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AD7D4E05-088F-D4E3-DEB1-48C04AED39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96D06F-21C1-1E14-C16A-04A262E9EF5D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860335A-717D-BBF5-FF0D-FE8C3E1F91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9B44363-E725-75F1-F9E3-4C35147865F3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C7654F-E567-3BAC-ABFF-3F3F21C510ED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83B003-8021-077C-7E1D-D18706C3FD18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0371791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885B-5A92-1F16-1904-6A236040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3D866C-C604-2AD9-E47D-045FB131406D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122B64-EF5F-B71E-A482-46D8CD425E94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746EE-2165-C050-10AF-6E5C1EDF5CF1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A65B45-4B34-6B8A-A24F-55ECC8135AF5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8B58C0C-DEAF-EA5F-3998-ABCED556EFE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FA5927-1964-F734-3C26-BD9A6643203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485BA9E-910C-8A94-06BC-6A236E33C78A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F85D15-9153-1A43-6455-C132B79FBD4A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9322B4-E07D-5992-FC93-B655A37FE72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89C0CE3A-160A-A86B-EBA8-C5C820D8D53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130C0919-FF33-141D-2DB6-7526D9AF1505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EAB9C1-DECD-F49D-A188-624923E81B53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C221D6-79AD-EC27-6F2F-E7D1A879C5EE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BF2A4-C7EB-7BD9-C59F-C451C00936A8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3A7DA-59A4-B151-696D-DD1B5A2D675D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E51FD4D-A077-D47B-AB3B-0607106E3A9E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ED7EBC8-EFA2-EFBD-A41E-16E12724185C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C546788-7762-E2B8-53E8-F35A440D0772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279973F-DD3C-2FF7-89AC-8E08FFC07787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9B859C-90A0-4A39-5C69-19B650A95D40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801B93-F4D1-6A2E-B330-1AC72DAA7EE7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98C23F-9C95-DB63-6B14-75B9317A5CD0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9C1B60-0935-B240-A69B-9E080280FBE4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2964BC-A342-FF15-80D3-81AF51973FD6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B0DE29-BD7F-1664-AD60-296D59F9F645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EA6686-0259-F8F4-0007-F042CBEDD25A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6AEDE4-0D4B-50E9-4978-8951622FD7F6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verificata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ADAC78C0-57DC-26FA-86DA-2D8C64A9E4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2A195BC-3AE1-9F59-7783-DC7470E650FB}"/>
              </a:ext>
            </a:extLst>
          </p:cNvPr>
          <p:cNvSpPr/>
          <p:nvPr/>
        </p:nvSpPr>
        <p:spPr>
          <a:xfrm>
            <a:off x="307951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Nessuna Tabella da inserire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D63203-CE75-14B2-D44A-7D80F668A4EF}"/>
              </a:ext>
            </a:extLst>
          </p:cNvPr>
          <p:cNvSpPr/>
          <p:nvPr/>
        </p:nvSpPr>
        <p:spPr>
          <a:xfrm>
            <a:off x="136587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Crea Tabella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262C2-08A8-E8F0-90F4-BF9034689DED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34D1D06A-9CC2-8C01-5770-4B1EA779F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808E96CC-D4FB-0975-1D69-F5D5DFE1D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C2F679-A7DE-2731-C7CA-DD7BC7BA12B7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B63C4EF-3D07-597D-E024-B6DFF44CD8A4}"/>
              </a:ext>
            </a:extLst>
          </p:cNvPr>
          <p:cNvSpPr/>
          <p:nvPr/>
        </p:nvSpPr>
        <p:spPr>
          <a:xfrm rot="1011258">
            <a:off x="2516388" y="3314816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2ABBD1-ED5D-0753-0A69-7DBCCAC093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6E1C303-6097-3C36-41C1-528368DD4AB8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35CA32-1F01-5BFD-F9E2-5EDA15E9D531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9CC4F-1E81-6E3E-60B5-E24BF9E41B83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48212740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5FA7-2C15-0742-A8F0-2A07C173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EBA5BB-9CF0-7A0B-BDC0-29F0DC9126C6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F526AF-5FE8-96DA-C7C8-74A92B239692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C54C0A-6E45-9BFB-04B9-4340DA8AF0DB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A319D-C93F-3CEC-271F-1832C3401099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86DE9CC1-B82D-B287-D363-6FEBCBE6EEA4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8237A7-F85B-E23B-E0BF-B157E3A812C6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DAB008-BF1C-4BFE-A686-F61E42427F2D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DD7C34D-88E8-CEB5-1CED-238029189D38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6605AF-7108-1AA6-2358-FD4F515163A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98924B0C-AE73-62D4-BD3B-48924FBCAD5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D384D0B8-38D6-30EC-00C3-B4957EB31A8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9E66F94-62D2-821D-95FF-DFEC28896DB0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247B32-BBFD-DE49-0E97-A737AAE2BA6C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0542FF7-1AF7-B686-4CE7-488270BA5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E3E262-A033-6B67-0F4E-5A56AFA5C7F6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49FBA2-9942-6C02-5279-20A09BF9546E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7E6B08C-6DCE-30C9-8CD7-FEBDA3FA51A8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35F770E-A22C-0256-ED52-F69B2C08C11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46FABE0-FBA9-3904-0C29-AC6462734F3E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58F51FE-43F6-3598-0A55-1EB75323CDD3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4429F-AB10-F415-8605-111A8D2E255B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D2688-ADFC-3FDE-7D13-ACD73C6A2E92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AFB830-254F-F68C-7631-88201DF852E1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F3E4C1-C853-CBDF-1A65-53D87B6F1E78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426136-E78F-E524-38E7-A3C3E17F7F14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97C4CB-FEFA-83EC-32E4-E6727019D6BD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805AD4-B335-AFC0-E96D-F681B1416C79}"/>
              </a:ext>
            </a:extLst>
          </p:cNvPr>
          <p:cNvSpPr/>
          <p:nvPr/>
        </p:nvSpPr>
        <p:spPr>
          <a:xfrm>
            <a:off x="1608613" y="4042549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Scelta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50667-54BF-B95E-0D51-27113FF1C0F3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35B58C14-CD65-51C5-6608-574F3A45C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C8C05D95-8EC0-7349-A76C-D644014FE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61F718F-905F-D85A-1E7B-80A0020E16AF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F9BD2D-AD85-B69C-7301-0E62DA0B6885}"/>
              </a:ext>
            </a:extLst>
          </p:cNvPr>
          <p:cNvSpPr/>
          <p:nvPr/>
        </p:nvSpPr>
        <p:spPr>
          <a:xfrm>
            <a:off x="1545709" y="3582256"/>
            <a:ext cx="10250536" cy="303281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i="1">
                <a:solidFill>
                  <a:schemeClr val="tx1"/>
                </a:solidFill>
              </a:rPr>
              <a:t>Assenza Tabella Spread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ECFD8A-08DC-014D-1389-2345B5234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CBB7AC2-DEC7-A5B8-3E3F-C9D7640A43DF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F77678-A42F-A01A-17DB-D4567D48E9A5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9DB6B1-B7F5-2E7C-490C-6C6312833F7A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C32825C-100D-AC3B-97C0-EFC2E54466AC}"/>
              </a:ext>
            </a:extLst>
          </p:cNvPr>
          <p:cNvSpPr/>
          <p:nvPr/>
        </p:nvSpPr>
        <p:spPr>
          <a:xfrm rot="1011258">
            <a:off x="846152" y="3936449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6228373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BB605-C0A7-0BE8-69AA-69766E4FA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5E4B6E-82FA-4622-3319-3F63BAA23A1B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ABCBB4-4A27-3605-96C0-F6EAD2C52E74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C35203-99F3-5483-08D8-BFB6CB7AF218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1F2BDD-5E2A-D18E-2A8B-5F675D67506F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DF66E0FD-68DD-5861-DCBB-A2FE4BE24C5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4D6E46-91D8-BF9F-2710-EF1C6DA3B473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97BFF66-F69F-3288-D200-A74A1ADF86F0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99471D-5BAE-4865-82F7-2CB44F4B7259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FB18330-FCBC-5834-C466-A7DE507726B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345A2B62-343E-9646-1DD4-F783964C9EC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90FE1BEB-BF02-A98E-81A9-BF835094B03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67D8A0-AE92-81D9-EB56-E596DE8CD6E3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0AD7EB-3EC3-6EBE-2936-BC5564454C3A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98D4E-4519-2795-40B0-5596F41C0CD6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AFDCB6-F433-A454-1893-D47BF7686203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C7FC2C3-90A0-BA3E-388F-B63ABA97A9F7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5CF164E-E1C4-468D-58B9-F76E783BE1DD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678EC20C-52E2-8D7B-3662-D3D71E9BA384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6282129-5B6E-31A2-DF05-8F2E4014D0D0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7E3CE4-A2D3-9981-E7DF-B11528D17938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67F14-3E3C-E552-7B90-E141F241A55F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7E6E88-4D98-2521-9410-6522B97EB1B0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241591-94DF-19A8-E4F9-993BCEA556CD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A6E3F4-4AAA-6E8D-A9C0-39EE5C2E45D4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52BD9C-F349-16CC-D7D4-6C8FC040C8FB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B6F16D-A9E7-A426-AB95-BD752915C1F8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E9B2C3-B952-5F6B-8D1D-BC316E27DD06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verificata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14642318-7BCC-262A-E88F-0A770C04F5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921B7D8-2E2E-F4DD-A4D1-B8F8429530C0}"/>
              </a:ext>
            </a:extLst>
          </p:cNvPr>
          <p:cNvSpPr/>
          <p:nvPr/>
        </p:nvSpPr>
        <p:spPr>
          <a:xfrm>
            <a:off x="307951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Nessuna Tabella da inserire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D3C02C-2997-6CAE-7415-908DE68A29DD}"/>
              </a:ext>
            </a:extLst>
          </p:cNvPr>
          <p:cNvSpPr/>
          <p:nvPr/>
        </p:nvSpPr>
        <p:spPr>
          <a:xfrm>
            <a:off x="1365873" y="355715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Crea Tabella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8489B7-6C4F-542B-4FA6-F59C264FCFD0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CB45243F-CBCF-D854-4964-9A57BCD14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4F2604D8-33FC-5EBC-8300-2DFDB042C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BEB3020-D3FE-A7D8-0102-3DCB584FC509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6E6801F-4EF0-62DB-4472-64931BC10D69}"/>
              </a:ext>
            </a:extLst>
          </p:cNvPr>
          <p:cNvSpPr/>
          <p:nvPr/>
        </p:nvSpPr>
        <p:spPr>
          <a:xfrm rot="1011258">
            <a:off x="752289" y="3498022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07F832-59BA-E9D9-264C-A3DA38C7F7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93D5D0-08D0-872F-CED6-85467C75E62A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A0E3EF-49CB-5B16-CF80-CE049A4FD84E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150FC7-08AB-07B7-94EA-5F1C317CEFEE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61880105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D609-E302-F51B-C388-ED956B46E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EB6E1E-615F-21B6-79C3-D23694740443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C8775A-D3D1-7E07-977E-B433E4F97C80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4CD86-C8AA-52AF-2546-206860501CF4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4BFD17-C41B-F181-1696-46E32416BA6E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DCC7BA60-F743-8F2E-8104-3FC5447097E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B5CBA5-EC0C-3E88-3DB7-CAAC49457CF8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0D2713D-1296-7A6D-D472-90BC2C62571C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ABBD057-68D4-B926-EE26-6130B962D880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AFA1FD0-5F81-3B97-BD8F-C5DA88B29D3B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8CDB31C6-594E-4340-8072-288FDCABDF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4DC2E648-F786-CE96-0BA6-30F6F80C7DF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8FD1688-F6F2-EAF6-5AA6-34164029BDBA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AFD539-C189-70F4-4C7B-5AFA5741C212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61FB719-54CE-ADC6-F31B-23BEC192A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285B41-C390-AFE5-7D90-4F427F8728FE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75477-FE3E-3294-8DE6-94A28299C956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4E31E26-5869-B133-2D28-9B7F0F9875D2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4787626-DC46-2DDD-8EFF-7D9ECAD4BD5A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88F1A7CC-FE77-5442-40B3-E25D2B0AAC94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744DFA5-B65A-5F19-24F6-3024C6806359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CCF115-2EDB-75CC-AD23-86ED7AC40043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16D2B-F1DE-28AA-A810-62FF6AB988E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FF0B96-4316-7C6A-C590-C7A28FE750E2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961A6A-BB2E-AEF8-458D-430EDD57AD23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0879E2-9DFC-9384-A630-C3260DE0275E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6B0262-CCD2-1268-B3BB-4ABA66FA27C0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E5071C-0C5F-209B-5C95-A4C8EE010D38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3F686E-772E-FBFA-9340-B4F84A1C7C56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Inserita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9F7B9DA4-7E25-8EED-1F01-6E09A5F16D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D30859-A699-8BA6-798A-26BF97DF6CFF}"/>
              </a:ext>
            </a:extLst>
          </p:cNvPr>
          <p:cNvSpPr/>
          <p:nvPr/>
        </p:nvSpPr>
        <p:spPr>
          <a:xfrm>
            <a:off x="1552405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Riga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8F18F-7848-8FF4-8EC4-A3194E4D614F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55BD98F8-986C-3C8C-A5B4-0E5E356F5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572ADC97-CCEC-FACA-E061-E89F47752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3BECDC6-4335-0459-FE3A-A42453AF7C38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78327F8-198D-FF3E-E642-420A896DF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08600"/>
              </p:ext>
            </p:extLst>
          </p:nvPr>
        </p:nvGraphicFramePr>
        <p:xfrm>
          <a:off x="1545709" y="3808433"/>
          <a:ext cx="9916488" cy="550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274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3412734548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161573754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endParaRPr lang="it-IT" sz="9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3EC8B9AC-2E95-8952-9018-B2507472DA75}"/>
              </a:ext>
            </a:extLst>
          </p:cNvPr>
          <p:cNvSpPr/>
          <p:nvPr/>
        </p:nvSpPr>
        <p:spPr>
          <a:xfrm>
            <a:off x="164546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1</a:t>
            </a:r>
            <a:endParaRPr lang="it-IT" sz="800" i="1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DD442D-F946-F727-C18C-4EB5ED7F4883}"/>
              </a:ext>
            </a:extLst>
          </p:cNvPr>
          <p:cNvSpPr/>
          <p:nvPr/>
        </p:nvSpPr>
        <p:spPr>
          <a:xfrm>
            <a:off x="3318323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Scegli Covenant</a:t>
            </a:r>
            <a:endParaRPr lang="it-IT" sz="1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ED4D6E-1E2F-C476-F29E-3B17C7E42013}"/>
              </a:ext>
            </a:extLst>
          </p:cNvPr>
          <p:cNvSpPr/>
          <p:nvPr/>
        </p:nvSpPr>
        <p:spPr>
          <a:xfrm>
            <a:off x="499117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8DEFAD-33EE-7039-91B2-E23E0F638FD5}"/>
              </a:ext>
            </a:extLst>
          </p:cNvPr>
          <p:cNvSpPr/>
          <p:nvPr/>
        </p:nvSpPr>
        <p:spPr>
          <a:xfrm>
            <a:off x="6664033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04BC66-FD34-D20A-4106-D52BDDAF1408}"/>
              </a:ext>
            </a:extLst>
          </p:cNvPr>
          <p:cNvSpPr/>
          <p:nvPr/>
        </p:nvSpPr>
        <p:spPr>
          <a:xfrm>
            <a:off x="10009745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Modifica</a:t>
            </a:r>
            <a:endParaRPr lang="it-IT" sz="1000"/>
          </a:p>
        </p:txBody>
      </p:sp>
      <p:pic>
        <p:nvPicPr>
          <p:cNvPr id="44" name="Graphic 43" descr="Garbage outline">
            <a:extLst>
              <a:ext uri="{FF2B5EF4-FFF2-40B4-BE49-F238E27FC236}">
                <a16:creationId xmlns:a16="http://schemas.microsoft.com/office/drawing/2014/main" id="{F4C0D080-A6A8-B87B-10FC-F945DA581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64148" y="4141905"/>
            <a:ext cx="181815" cy="181815"/>
          </a:xfrm>
          <a:prstGeom prst="rect">
            <a:avLst/>
          </a:prstGeom>
        </p:spPr>
      </p:pic>
      <p:sp>
        <p:nvSpPr>
          <p:cNvPr id="45" name="Arrow: Right 44">
            <a:extLst>
              <a:ext uri="{FF2B5EF4-FFF2-40B4-BE49-F238E27FC236}">
                <a16:creationId xmlns:a16="http://schemas.microsoft.com/office/drawing/2014/main" id="{DA4057D6-0C25-2085-B8BE-035CD4A15A63}"/>
              </a:ext>
            </a:extLst>
          </p:cNvPr>
          <p:cNvSpPr/>
          <p:nvPr/>
        </p:nvSpPr>
        <p:spPr>
          <a:xfrm rot="1011258">
            <a:off x="873338" y="3258960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751205E-65CF-C2FB-25EE-DDB79D405D34}"/>
              </a:ext>
            </a:extLst>
          </p:cNvPr>
          <p:cNvSpPr/>
          <p:nvPr/>
        </p:nvSpPr>
        <p:spPr>
          <a:xfrm>
            <a:off x="3204873" y="3429000"/>
            <a:ext cx="1538848" cy="2806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chemeClr val="tx1"/>
                </a:solidFill>
              </a:rPr>
              <a:t>Valida Tabella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A858106-35CD-D1AF-9119-3DF7B96C782D}"/>
              </a:ext>
            </a:extLst>
          </p:cNvPr>
          <p:cNvSpPr/>
          <p:nvPr/>
        </p:nvSpPr>
        <p:spPr>
          <a:xfrm>
            <a:off x="4918513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Tipologia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21D07E-BDF7-A676-E132-2B3C69020230}"/>
              </a:ext>
            </a:extLst>
          </p:cNvPr>
          <p:cNvSpPr/>
          <p:nvPr/>
        </p:nvSpPr>
        <p:spPr>
          <a:xfrm>
            <a:off x="833688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8ACEDEA-6DCD-226B-51B8-7E96750E572A}"/>
              </a:ext>
            </a:extLst>
          </p:cNvPr>
          <p:cNvSpPr/>
          <p:nvPr/>
        </p:nvSpPr>
        <p:spPr>
          <a:xfrm rot="10800000">
            <a:off x="4569093" y="4138064"/>
            <a:ext cx="173032" cy="176651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42F7FC0-E34E-A0AD-7DFE-10FEA26AD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C26CADF-B562-5985-36C9-39FD60F10721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B45E0C-3B6B-F9BD-F972-5A85144BBE8C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C642BE-8FEA-3605-9FB5-34D8DC49C2DD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3447528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AFB5-7C6A-73A5-871A-637D949C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199173-9732-9F9B-5E63-94511B7B4E18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04919F-D81E-C5B6-D3D7-3612153084AA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677BD-6514-EBAC-4D3C-7D05B727FC64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3CDA13-43CD-5647-4770-9F5652696EA2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10D1289-F309-3E36-79EB-3B53F2898FF2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4CA827-E2CE-5F8D-F29F-8C82F313D82D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CD09DC-A9D6-9E6C-FE5A-FC9F164CE045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618B911-A94E-7F98-E6BA-FA9935722936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1CB36C-1926-D6C8-6E08-F51793611E34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0B4FD066-BDD0-E62F-8884-074FC27DD9C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C50FE1FE-D7AF-3D30-8385-D78A91E5912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59BF09-EE9E-9F3E-299F-E56ECCDAB13A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02E352-AF66-1406-A4FB-30077C8DB5FA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E4F2BE6-8177-0C36-F4A7-146345F7B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CC7116-0F12-1A49-6920-712996D2EAB3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A35673-F08C-DA7C-3FF4-661418AE2401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3A9811-85C9-CC3E-E4B9-A41924426A97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6912F0F-D7AD-EF4A-EF78-C1D399493FBF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2D3CCBC-96D4-3978-4E8A-95BC53679F67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0F7562D-A563-17E0-20CF-D575CBD3626B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FC2C0-A788-A368-376A-82C29821371D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6A8CF9-B37C-B0E8-15F0-F46042B4617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34F290-27BF-93AC-1A1E-66BDD235621D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86FD4E-AEBC-97C3-D085-31451EF7DBD9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988D9-F4EA-EBD9-2490-B65ABCDCB638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0FE693-BB43-26E4-0220-FC22110D2302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0C1D108-9503-43C9-49C8-B1AC89B01226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23138B2-6725-46EB-E90B-CEB4859B6759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Inserita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5D12E93F-E4E7-D446-12DA-2340E46091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9627A4-9169-D6F4-79ED-DD58D5AA03E5}"/>
              </a:ext>
            </a:extLst>
          </p:cNvPr>
          <p:cNvSpPr/>
          <p:nvPr/>
        </p:nvSpPr>
        <p:spPr>
          <a:xfrm>
            <a:off x="1552405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Riga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97A417-8E11-9DF6-6DF3-3AB36903F487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4114C833-D331-D060-F545-39E0D7085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33ACB2D5-1AC5-533E-624B-375B706FE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0A11C95-67E4-2A00-7049-24B48D2E721A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10B055-DB19-4CC3-DEAA-623652F39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78978"/>
              </p:ext>
            </p:extLst>
          </p:nvPr>
        </p:nvGraphicFramePr>
        <p:xfrm>
          <a:off x="1545709" y="3808433"/>
          <a:ext cx="9916488" cy="8252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274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3412734548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1615737540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endParaRPr lang="it-IT" sz="9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endParaRPr lang="it-IT" sz="9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35171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4171279F-A06F-A713-FDA5-65D48CA6CCA6}"/>
              </a:ext>
            </a:extLst>
          </p:cNvPr>
          <p:cNvSpPr/>
          <p:nvPr/>
        </p:nvSpPr>
        <p:spPr>
          <a:xfrm>
            <a:off x="164546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1</a:t>
            </a:r>
            <a:endParaRPr lang="it-IT" sz="800" i="1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222ADB-9907-3D9B-8CA5-FE0BDDBE6328}"/>
              </a:ext>
            </a:extLst>
          </p:cNvPr>
          <p:cNvSpPr/>
          <p:nvPr/>
        </p:nvSpPr>
        <p:spPr>
          <a:xfrm>
            <a:off x="3318323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Scegli Covenant</a:t>
            </a:r>
            <a:endParaRPr lang="it-IT" sz="1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6511C-C9B0-E87B-4022-7D0680CE56D0}"/>
              </a:ext>
            </a:extLst>
          </p:cNvPr>
          <p:cNvSpPr/>
          <p:nvPr/>
        </p:nvSpPr>
        <p:spPr>
          <a:xfrm>
            <a:off x="499117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E71F7-B8BF-158A-8626-03602CA54914}"/>
              </a:ext>
            </a:extLst>
          </p:cNvPr>
          <p:cNvSpPr/>
          <p:nvPr/>
        </p:nvSpPr>
        <p:spPr>
          <a:xfrm>
            <a:off x="6664033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F5F0B5-4379-250F-24EE-497EF2261E77}"/>
              </a:ext>
            </a:extLst>
          </p:cNvPr>
          <p:cNvSpPr/>
          <p:nvPr/>
        </p:nvSpPr>
        <p:spPr>
          <a:xfrm>
            <a:off x="10009745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Modifica</a:t>
            </a:r>
            <a:endParaRPr lang="it-IT" sz="1000"/>
          </a:p>
        </p:txBody>
      </p:sp>
      <p:pic>
        <p:nvPicPr>
          <p:cNvPr id="44" name="Graphic 43" descr="Garbage outline">
            <a:extLst>
              <a:ext uri="{FF2B5EF4-FFF2-40B4-BE49-F238E27FC236}">
                <a16:creationId xmlns:a16="http://schemas.microsoft.com/office/drawing/2014/main" id="{D0510C3C-9A7E-89E3-B940-478B697D2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64148" y="4141905"/>
            <a:ext cx="181815" cy="181815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8E34CF1-7E1F-9E25-FC3F-BE0C9D10F68A}"/>
              </a:ext>
            </a:extLst>
          </p:cNvPr>
          <p:cNvSpPr/>
          <p:nvPr/>
        </p:nvSpPr>
        <p:spPr>
          <a:xfrm>
            <a:off x="4918513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Tipologia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CB096-EE5E-65C7-F9D8-6B7812A981A3}"/>
              </a:ext>
            </a:extLst>
          </p:cNvPr>
          <p:cNvSpPr/>
          <p:nvPr/>
        </p:nvSpPr>
        <p:spPr>
          <a:xfrm>
            <a:off x="8336888" y="4122814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07AF4C-D712-879B-3E3E-571D2861A575}"/>
              </a:ext>
            </a:extLst>
          </p:cNvPr>
          <p:cNvSpPr/>
          <p:nvPr/>
        </p:nvSpPr>
        <p:spPr>
          <a:xfrm>
            <a:off x="1645468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i="1">
                <a:solidFill>
                  <a:schemeClr val="tx1"/>
                </a:solidFill>
              </a:rPr>
              <a:t>2</a:t>
            </a:r>
            <a:endParaRPr lang="it-IT" sz="800" i="1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74575B-0333-42A8-9BA7-0A0C9559AAAE}"/>
              </a:ext>
            </a:extLst>
          </p:cNvPr>
          <p:cNvSpPr/>
          <p:nvPr/>
        </p:nvSpPr>
        <p:spPr>
          <a:xfrm>
            <a:off x="3318323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Scegli Covenant</a:t>
            </a:r>
            <a:endParaRPr lang="it-IT" sz="1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E16260-6673-C33F-8F57-61AE4D73D765}"/>
              </a:ext>
            </a:extLst>
          </p:cNvPr>
          <p:cNvSpPr/>
          <p:nvPr/>
        </p:nvSpPr>
        <p:spPr>
          <a:xfrm>
            <a:off x="4991178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814741-A9A7-0611-875E-6F9D68CC4317}"/>
              </a:ext>
            </a:extLst>
          </p:cNvPr>
          <p:cNvSpPr/>
          <p:nvPr/>
        </p:nvSpPr>
        <p:spPr>
          <a:xfrm>
            <a:off x="6664033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08DCBE-7E1B-CB21-CF0B-7C95BBEB99B2}"/>
              </a:ext>
            </a:extLst>
          </p:cNvPr>
          <p:cNvSpPr/>
          <p:nvPr/>
        </p:nvSpPr>
        <p:spPr>
          <a:xfrm>
            <a:off x="10009745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Modifica</a:t>
            </a:r>
            <a:endParaRPr lang="it-IT" sz="10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F2F17D-E6A2-09B0-5ACB-8E723750EFD7}"/>
              </a:ext>
            </a:extLst>
          </p:cNvPr>
          <p:cNvSpPr/>
          <p:nvPr/>
        </p:nvSpPr>
        <p:spPr>
          <a:xfrm>
            <a:off x="8336888" y="4394821"/>
            <a:ext cx="1439089" cy="20715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i="1">
                <a:solidFill>
                  <a:schemeClr val="bg1">
                    <a:lumMod val="50000"/>
                  </a:schemeClr>
                </a:solidFill>
              </a:rPr>
              <a:t>Inserisci Valore…</a:t>
            </a:r>
            <a:endParaRPr lang="it-IT" sz="1600"/>
          </a:p>
        </p:txBody>
      </p:sp>
      <p:pic>
        <p:nvPicPr>
          <p:cNvPr id="51" name="Graphic 50" descr="Garbage outline">
            <a:extLst>
              <a:ext uri="{FF2B5EF4-FFF2-40B4-BE49-F238E27FC236}">
                <a16:creationId xmlns:a16="http://schemas.microsoft.com/office/drawing/2014/main" id="{16FD4C76-61A4-70BB-8DC6-65ACB2E26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64148" y="4407489"/>
            <a:ext cx="181815" cy="181815"/>
          </a:xfrm>
          <a:prstGeom prst="rect">
            <a:avLst/>
          </a:prstGeom>
        </p:spPr>
      </p:pic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048CDBD0-8672-E6D7-47EE-493E7738932B}"/>
              </a:ext>
            </a:extLst>
          </p:cNvPr>
          <p:cNvSpPr/>
          <p:nvPr/>
        </p:nvSpPr>
        <p:spPr>
          <a:xfrm rot="10800000">
            <a:off x="4569093" y="4138064"/>
            <a:ext cx="173032" cy="176651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89A4069-B26A-7627-6D69-C445D0E901AC}"/>
              </a:ext>
            </a:extLst>
          </p:cNvPr>
          <p:cNvSpPr/>
          <p:nvPr/>
        </p:nvSpPr>
        <p:spPr>
          <a:xfrm rot="10800000">
            <a:off x="4569093" y="4407569"/>
            <a:ext cx="173032" cy="176651"/>
          </a:xfrm>
          <a:prstGeom prst="triangl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F71CFC6-6990-350A-687E-C56041E6C4AD}"/>
              </a:ext>
            </a:extLst>
          </p:cNvPr>
          <p:cNvSpPr/>
          <p:nvPr/>
        </p:nvSpPr>
        <p:spPr>
          <a:xfrm>
            <a:off x="3204873" y="3429000"/>
            <a:ext cx="1538848" cy="2806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chemeClr val="tx1"/>
                </a:solidFill>
              </a:rPr>
              <a:t>Valida Tabella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F127602-67FF-B7B6-5083-3CBE6D9E7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96E311B3-588E-0898-DFB9-58372326FDC9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B1D3F5-0D77-0FBE-9507-B1DAA84CC86C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DB0818-FA2B-76E8-013A-6D13D4EFF7FE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98238688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DD68-FDBB-CE9B-0C1F-0E203198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9E4DA1-383F-1596-9BD6-9BC924EADF26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AA18CC-017F-D03C-F169-9904AF993849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57539-C242-7AD1-69CE-DF9B7F7321C3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595269-FA46-5F1C-4E94-395160B48568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F4057B4-ECD2-5A69-50A0-C2ACB77C2EE7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E5A3B4-5D1A-CA9B-1A00-F0AA801D4A5F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0DEA681-7773-385A-61C1-1CF28F09BB8E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06499EB-3351-5E70-9B7E-85D8E27FA6B9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FEF151E-6FEA-6D1C-1A3A-BE5D2181380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BCEEE231-2EC7-F987-6B89-B3D6AC4F99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46280331-533A-ACF9-2FCE-40A319605D9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F34C15B-CAE3-62EB-5999-CF5A4A91C3B6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97D1CD-85D0-72EB-D4B8-1FBB75DD87B3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B336356-C468-E0B0-C000-161226B92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60AB57-ECCA-6CC8-169D-B78629827A3B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0D7B7-F7DE-BDD8-50A8-D95A1CE4680B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AE5EF29-B715-BD86-F389-05B80F0E309A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E0E43566-620C-546C-C45F-73C6C9EB084B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EF7DA448-63AC-2289-B0C4-46F4304E6CF1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94D4F3B-5DFD-F45F-4F5D-9019D42C93F2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9D8664-1A18-E084-5FC9-B4D56AC39A34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7D43F-572A-527A-6801-65416BD38093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893C08-F85B-39C6-8FE2-F92A147121F4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9F25F3-9196-1965-BAF3-40EF8B558686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C4A6DE-2C4F-772A-67AC-DA4AEE5CDA02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57E296-91F3-6D57-ED43-7E7935D18065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0F5468-AA0D-B68B-1CB5-2F22627B65E4}"/>
              </a:ext>
            </a:extLst>
          </p:cNvPr>
          <p:cNvGrpSpPr/>
          <p:nvPr/>
        </p:nvGrpSpPr>
        <p:grpSpPr>
          <a:xfrm>
            <a:off x="1545709" y="1609033"/>
            <a:ext cx="10250536" cy="303281"/>
            <a:chOff x="1427183" y="4886043"/>
            <a:chExt cx="10250536" cy="30328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63D420-07CA-A835-DBDE-67F9A8914DD0}"/>
                </a:ext>
              </a:extLst>
            </p:cNvPr>
            <p:cNvSpPr/>
            <p:nvPr/>
          </p:nvSpPr>
          <p:spPr>
            <a:xfrm>
              <a:off x="1427183" y="4886043"/>
              <a:ext cx="10250536" cy="303281"/>
            </a:xfrm>
            <a:prstGeom prst="rect">
              <a:avLst/>
            </a:prstGeom>
            <a:solidFill>
              <a:srgbClr val="FFC000">
                <a:alpha val="7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1400">
                  <a:solidFill>
                    <a:schemeClr val="tx1"/>
                  </a:solidFill>
                </a:rPr>
                <a:t>La tabella dello Spread per la pratica non è stata Inserita</a:t>
              </a:r>
            </a:p>
          </p:txBody>
        </p:sp>
        <p:pic>
          <p:nvPicPr>
            <p:cNvPr id="13" name="Graphic 12" descr="Warning with solid fill">
              <a:extLst>
                <a:ext uri="{FF2B5EF4-FFF2-40B4-BE49-F238E27FC236}">
                  <a16:creationId xmlns:a16="http://schemas.microsoft.com/office/drawing/2014/main" id="{767976DA-78B5-2D49-3ED5-0BC9736F51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10975" y="4886043"/>
              <a:ext cx="251108" cy="251108"/>
            </a:xfrm>
            <a:prstGeom prst="rect">
              <a:avLst/>
            </a:pr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51AE470-4382-FC76-C929-471F7606A37D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BC979978-9508-EF18-22B2-E2EE390A3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8800BAB3-2D54-57DB-D5C9-1B5952BB7F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D23C9EF-44B4-6407-8B9D-794BB54350FC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81D7552-1289-C34A-E1E6-778DC2A65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966457"/>
              </p:ext>
            </p:extLst>
          </p:nvPr>
        </p:nvGraphicFramePr>
        <p:xfrm>
          <a:off x="1545709" y="3814723"/>
          <a:ext cx="9916488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274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713677605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  <a:gridCol w="1652748">
                  <a:extLst>
                    <a:ext uri="{9D8B030D-6E8A-4147-A177-3AD203B41FA5}">
                      <a16:colId xmlns:a16="http://schemas.microsoft.com/office/drawing/2014/main" val="1730077317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/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rgbClr val="0076A8"/>
                          </a:solidFill>
                          <a:latin typeface="+mn-lt"/>
                          <a:ea typeface="+mn-ea"/>
                          <a:cs typeface="+mn-cs"/>
                        </a:rPr>
                        <a:t>Modifica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rgbClr val="0076A8"/>
                          </a:solidFill>
                          <a:latin typeface="+mn-lt"/>
                          <a:ea typeface="+mn-ea"/>
                          <a:cs typeface="+mn-cs"/>
                        </a:rPr>
                        <a:t>Modifica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2,5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rgbClr val="0076A8"/>
                          </a:solidFill>
                          <a:latin typeface="+mn-lt"/>
                          <a:ea typeface="+mn-ea"/>
                          <a:cs typeface="+mn-cs"/>
                        </a:rPr>
                        <a:t>Modifica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u="sng" kern="1200">
                          <a:solidFill>
                            <a:srgbClr val="0076A8"/>
                          </a:solidFill>
                          <a:latin typeface="+mn-lt"/>
                          <a:ea typeface="+mn-ea"/>
                          <a:cs typeface="+mn-cs"/>
                        </a:rPr>
                        <a:t>Modifica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AA5644-3E47-4BAE-97EC-7F8F9894C465}"/>
              </a:ext>
            </a:extLst>
          </p:cNvPr>
          <p:cNvSpPr/>
          <p:nvPr/>
        </p:nvSpPr>
        <p:spPr>
          <a:xfrm>
            <a:off x="1552405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Aggiungi Riga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F601EC-A972-C709-32E8-F6B774776FD0}"/>
              </a:ext>
            </a:extLst>
          </p:cNvPr>
          <p:cNvSpPr/>
          <p:nvPr/>
        </p:nvSpPr>
        <p:spPr>
          <a:xfrm>
            <a:off x="3204873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Valida Tabella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8FCAC65-B622-1181-E6D9-ACD2A2F7713B}"/>
              </a:ext>
            </a:extLst>
          </p:cNvPr>
          <p:cNvSpPr/>
          <p:nvPr/>
        </p:nvSpPr>
        <p:spPr>
          <a:xfrm>
            <a:off x="4918513" y="3429000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Modifica Tipologia</a:t>
            </a:r>
          </a:p>
        </p:txBody>
      </p:sp>
      <p:pic>
        <p:nvPicPr>
          <p:cNvPr id="36" name="Graphic 35" descr="Garbage outline">
            <a:extLst>
              <a:ext uri="{FF2B5EF4-FFF2-40B4-BE49-F238E27FC236}">
                <a16:creationId xmlns:a16="http://schemas.microsoft.com/office/drawing/2014/main" id="{E3C9ACDF-0B7A-C8FC-D5FB-09683DC11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7448" y="4125510"/>
            <a:ext cx="181815" cy="181815"/>
          </a:xfrm>
          <a:prstGeom prst="rect">
            <a:avLst/>
          </a:prstGeom>
        </p:spPr>
      </p:pic>
      <p:pic>
        <p:nvPicPr>
          <p:cNvPr id="38" name="Graphic 37" descr="Garbage outline">
            <a:extLst>
              <a:ext uri="{FF2B5EF4-FFF2-40B4-BE49-F238E27FC236}">
                <a16:creationId xmlns:a16="http://schemas.microsoft.com/office/drawing/2014/main" id="{50222028-958D-2F23-FF6A-60D19EE3E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7448" y="4411562"/>
            <a:ext cx="181815" cy="181815"/>
          </a:xfrm>
          <a:prstGeom prst="rect">
            <a:avLst/>
          </a:prstGeom>
        </p:spPr>
      </p:pic>
      <p:pic>
        <p:nvPicPr>
          <p:cNvPr id="39" name="Graphic 38" descr="Garbage outline">
            <a:extLst>
              <a:ext uri="{FF2B5EF4-FFF2-40B4-BE49-F238E27FC236}">
                <a16:creationId xmlns:a16="http://schemas.microsoft.com/office/drawing/2014/main" id="{AC8EED38-E654-024D-52BD-E6CD6D6ED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7448" y="4697614"/>
            <a:ext cx="181815" cy="181815"/>
          </a:xfrm>
          <a:prstGeom prst="rect">
            <a:avLst/>
          </a:prstGeom>
        </p:spPr>
      </p:pic>
      <p:pic>
        <p:nvPicPr>
          <p:cNvPr id="40" name="Graphic 39" descr="Garbage outline">
            <a:extLst>
              <a:ext uri="{FF2B5EF4-FFF2-40B4-BE49-F238E27FC236}">
                <a16:creationId xmlns:a16="http://schemas.microsoft.com/office/drawing/2014/main" id="{399326E0-9D94-4A4B-8465-E6FA948E24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77448" y="4983666"/>
            <a:ext cx="181815" cy="181815"/>
          </a:xfrm>
          <a:prstGeom prst="rect">
            <a:avLst/>
          </a:prstGeom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CE0947A4-DC65-F1FD-5D49-38A63BD188A3}"/>
              </a:ext>
            </a:extLst>
          </p:cNvPr>
          <p:cNvSpPr/>
          <p:nvPr/>
        </p:nvSpPr>
        <p:spPr>
          <a:xfrm rot="1011258">
            <a:off x="3015576" y="3282807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CBCBED-1A3E-7D64-D00C-9F758534A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500639-95CF-0112-D2B8-99DDFE720560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D99599-B64D-B50F-68D5-545E19D2FB38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4CA341-D33F-5117-DCA7-42B3CE31CB61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70811357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D31FE-300D-2026-8641-C1031D28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7077AE-C310-F8E9-09D5-F4299DFE4BF7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A5B7BC-ABB2-2265-3850-593546D986A8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052AB-E734-A91D-11A1-0667FD94C07A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9AFDCB-D26D-190C-500D-EE2005AEA357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CA8F30F0-FEC2-1F3F-14C5-9DA0C95B90D5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C5AB52-7B6A-6CA5-17F1-AA8ADE453472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50817F-CFC3-C979-AB44-8430B8D86DFF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40AD9D-67F3-5C2E-A3E0-FC55857E3AEB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F0809E-212A-ED94-FD8A-16B3C33A3827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9F42298B-119E-E125-DF6A-BB4BD98848A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5E388A80-6225-55E7-AB65-B29F55E094A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031523F-47A5-6111-458F-4ADFA89F82D7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806E1E-A362-49BD-499C-FEC9B37C582E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F1FC15B-0780-E481-3698-1C3844C8B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55B01E-BF76-E571-7C5C-F75B651E54E2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A9D842-F86E-4216-1DAA-9C8510559AE7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872DE86-16CA-5410-5EFF-B67E6430642D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FB04831-755C-23A3-9F51-623E7D3543F8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5BA836F3-4A7B-9E2E-9F4C-EF2CB4C56D83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75254AE-C518-18E7-5440-8E2FC9ED769D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01BF9-84DA-3ADB-E5A7-2313AD13AF5B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ADF4A-90A3-F8F9-1342-3E74247D987D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54ECCC-B930-C25B-2DE1-67676D97D7F0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83C606-E24B-5465-7902-AAB3B580AF0F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C2432B-F9B9-62FD-CA10-F0C9985035D5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9BEC3E-9A51-B2C7-3340-D4430103C2A5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C7CAD8-7D48-9504-3C04-AE34CD488070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CAC48113-5697-D12D-C714-02D5B57DC9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31545DAD-07A9-86AB-3A26-DD93C8BDC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2BD768B-53E9-9C33-883C-5160CD189993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4D063C9-14DE-EBB2-8327-7BCAE3844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178473"/>
              </p:ext>
            </p:extLst>
          </p:nvPr>
        </p:nvGraphicFramePr>
        <p:xfrm>
          <a:off x="1545709" y="3445607"/>
          <a:ext cx="9916490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329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713677605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2,5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B2C7D6B8-497B-8316-7D07-2F0BF7E803B3}"/>
              </a:ext>
            </a:extLst>
          </p:cNvPr>
          <p:cNvSpPr/>
          <p:nvPr/>
        </p:nvSpPr>
        <p:spPr>
          <a:xfrm>
            <a:off x="1362191" y="4992508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Storico Spread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F32053E-9979-1C8A-89E3-65BD52E0D7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6E2B964-5F11-EBD7-3152-115739E8888E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EAF628-8450-FB47-4402-F7F4FF7711FC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F144C4-7ABD-C6D8-51D2-F3D3779A6DFA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650047559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9204-EEDC-0A59-5D41-77F498099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A52250-283F-EE54-B858-577554D93E9B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DCFA6-7A1A-2F00-4CDE-1F9374183224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8472C5-495C-8E3D-A63C-26CD49A043F7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57F3EE-846C-9579-F3EB-D4ECED1A8220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BD774A2-EF49-E351-9823-24BC83439728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49212BB-AC0A-B95D-7A8D-DC41229EFB8C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9E78F46-F560-EAE8-A257-55589D429DB7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607902-DD57-820C-FE8D-5BBD87D0D5DA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731EA9-1DF1-935F-2D40-D787FC6ABA30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5AF0F0F6-CB45-1F65-5D1A-F9F13DD6349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A22201D7-06EA-3340-B125-E98025478A1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3D56A66-82CD-E6EE-1ACF-6A11E8F7F6AC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D6B206-7A42-53A3-EFE5-B63A5549098F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80613B5-EE0F-AC1D-CC6E-C0C3C2758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6D4791-0FED-94B1-D2F1-D385E9659D63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1BE7F0-5ED1-0EF8-ECA8-040B24DC5016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7074FD9-7415-ABC6-929C-8E32AD9DF416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6989BEA0-71B1-BE11-8A2D-2137513B7F18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DBB84A9B-A5EE-A8D2-5AAE-D29EC5F1EE35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0A09398-0BB9-EEBF-07DE-2BE6A0B58E83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F143D-DC29-3753-1B7B-8CC0E1372E62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377E5-FD48-0AC7-646C-EB8E8BE914E8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B36060-83D1-E4DC-BB36-64C8E2F9E96C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30FAAB-149D-5E03-8A16-2EC36B2EE05C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47B192-742C-0A9F-A0A0-CBC3BA93394F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14DB90-5D0B-5937-E7A3-82609C62EDC6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7A2A8-B1BF-D607-0E06-3E5316C2CB7C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2EC3B6D1-199A-9975-A523-724D622DF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72BDD2E5-CA92-CA7B-0895-953F38B76A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B4A2B92-9A64-0416-3A60-B5AC23908F88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56A8571-5389-4440-17BE-69A5A229D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725404"/>
              </p:ext>
            </p:extLst>
          </p:nvPr>
        </p:nvGraphicFramePr>
        <p:xfrm>
          <a:off x="1545709" y="3445607"/>
          <a:ext cx="9916490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329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713677605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2,5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FEA3A5A-ECC2-7661-060D-C567D7F1E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93145"/>
              </p:ext>
            </p:extLst>
          </p:nvPr>
        </p:nvGraphicFramePr>
        <p:xfrm>
          <a:off x="1408217" y="5252605"/>
          <a:ext cx="10053980" cy="550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0796">
                  <a:extLst>
                    <a:ext uri="{9D8B030D-6E8A-4147-A177-3AD203B41FA5}">
                      <a16:colId xmlns:a16="http://schemas.microsoft.com/office/drawing/2014/main" val="3106156592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28628523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4107771964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132648985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Data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Monitorato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Cluster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Margine (%)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1</a:t>
                      </a:r>
                      <a:endParaRPr lang="it-IT" sz="900" b="1" u="sng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94B05C5B-09B3-3065-F81D-407FDEEF5494}"/>
              </a:ext>
            </a:extLst>
          </p:cNvPr>
          <p:cNvSpPr/>
          <p:nvPr/>
        </p:nvSpPr>
        <p:spPr>
          <a:xfrm>
            <a:off x="1362191" y="4992508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Storico Spread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90A423-D7BB-CABB-E21A-160460692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0C457C-09E6-A0F3-26A0-6BF9238EBFF5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85553-4982-A0EF-37F3-4FD8C746302C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0023CA-6CE2-D98E-2E09-341827B1BE72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098662192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23BB-4470-E813-A49F-3D74763D2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0987F9-3E95-F1AE-5F7B-2D1448DB864E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D272B-DC97-4B53-4B53-4990A800BD9A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AA3E09-3F82-DF5E-2A71-8ADD4365CAA6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9C1F40-E8CB-EF0E-A8B4-296DEF8E8483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13BE6F1-9E24-7EE0-F075-7188A4FC913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ABF704-D47B-6438-652C-CE986EE9713C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D0E80C0-322B-B8C1-5A90-F8BD850AF7BD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E3AA552-8D05-BD2C-9CC0-A6488C177064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D07B67-B749-6DAC-9680-D85842F9DEB7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8CE93050-BE1F-3926-7ADB-BB9C2965A46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E7078023-7B35-AF70-82C5-9F8B4AA9549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3BA14B3-EB5E-D9C4-DF74-C385B38FBCC5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869BC1-D6E7-761B-6CC9-A6686A80F167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FAF8B82-66C2-15C8-9183-E521CBFAC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DC6203-326A-1FF5-C85F-04BE5E35638E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BDE4DA-F88A-3790-D824-3C2429EAD179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D010523-E472-4053-38EF-C5A367ACDB7D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BDEC81D-0B85-3EDB-9AE9-CE1D07128C40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CD989FAF-164D-2D55-41C5-BEB872431DDE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51DC0C3-AC6B-7F79-A173-91DB809EC525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A89B02-B2AA-44BB-1E87-670ED61803BA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382F2-C97E-6C16-9726-5EA93B2F21D0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DTT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2F12B4-FBEE-923B-F271-480BD6B5E6A2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7993CD-07E0-F7D3-6D91-3178F8568440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7EA650-922F-ED53-3E23-88FC7B23D4ED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348917-877F-C74F-F382-1C7C2D83A765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2D6EB-B6AB-1605-93C4-E58966FD3EC7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FC3158C7-EB6B-C2A8-A0C5-E6AA73C21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AA95A825-1AE0-3A65-646A-934068A6C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0956468-4111-D675-2A2F-F903773EB771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A9AF07F-1541-6EBF-342F-A58FF3F09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914488"/>
              </p:ext>
            </p:extLst>
          </p:nvPr>
        </p:nvGraphicFramePr>
        <p:xfrm>
          <a:off x="1545709" y="3445607"/>
          <a:ext cx="9916490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329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713677605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2,5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3210392-7A0F-22E7-22D0-DD218064A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58375"/>
              </p:ext>
            </p:extLst>
          </p:nvPr>
        </p:nvGraphicFramePr>
        <p:xfrm>
          <a:off x="1408217" y="5252605"/>
          <a:ext cx="10053980" cy="8252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0796">
                  <a:extLst>
                    <a:ext uri="{9D8B030D-6E8A-4147-A177-3AD203B41FA5}">
                      <a16:colId xmlns:a16="http://schemas.microsoft.com/office/drawing/2014/main" val="228628523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060283860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4107771964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132648985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Data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 avvenuto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Monitorato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Cluster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Margine (%)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2,9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173139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81703CB8-B3FE-AA87-3783-4C692C7DAF5E}"/>
              </a:ext>
            </a:extLst>
          </p:cNvPr>
          <p:cNvSpPr/>
          <p:nvPr/>
        </p:nvSpPr>
        <p:spPr>
          <a:xfrm>
            <a:off x="1362191" y="4992508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Storico Spread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AB3737-BB44-7525-9287-463A651FA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7997E0-6DCC-069D-06B2-D2F67D1E91E4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254803-122D-28CE-53C4-E176E67F19BA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D5D4F-CE0F-33F1-6F25-B86400CE3F89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118359453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9453-91CA-4175-FB32-9258162A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12AF97-73F0-96D7-673A-C7622E09D6CB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58710-13E7-1BE2-D9C1-8DA2D5037F42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6B480F-86A5-46AD-4B5B-E2A495A0DEE4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F49A08-867A-4888-70D2-D72C38A41922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2B3B35D9-1F00-8CA4-DD10-916321AE16E6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20B8D5-0179-CD1E-379A-D467EE46166D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71DF74A-DDC7-9B29-E66B-7277849E5F3C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E9B9A9-FA66-85C0-86D6-FBCC5A456B53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5A9B016-E604-CE42-C99A-128A305E9529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5613DA00-DAD4-38E4-80D6-ED92018B3FBD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DF2403AF-9D1D-6993-AE1B-45681B6CD2F8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B836E14-F9D7-578D-28F5-7CC33B4AD65D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C512A8-C057-3D42-E0B3-9D374E35B3F7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D352275-E4D4-7AAA-EF65-02924BF8B2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57494E-02DD-3C2D-B84B-0E43A77EAA0F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FD69D5-B957-10B6-78E0-9C153A92928B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7A2F027-CF40-3AE8-9083-3A93F78D88A8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E28CC54-CC7D-4C60-735B-2EF5E3E7F848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9A59209-C052-0F67-6A51-89A467280C88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A6B324A-1023-D6F6-6B76-547B07F7C390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BCBC90-2D81-2C38-8ADF-EABFE03D252A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0CB14-D5D1-F627-C0CD-B39BED41F3EE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 - Covenant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0FF5F1-5974-99C1-1503-E148C1A51119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1F54DC-BB15-823E-E736-6707431F457C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FDCACF-7431-33A1-1818-C4F28D009131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93B4-9C1F-3CA5-FAFC-CAAFD3B07994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FF2E8A-5DAA-24C3-10D8-EE4E14EB8780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63875304-A10F-15D5-6F7E-391F809A5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7675C29F-35E3-3369-6B0E-7FC7008D1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29E3D20-0F6D-3732-BF00-2A67EB1FB3EF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B348E4B-2CBA-55C3-8812-6AECAF3FF716}"/>
              </a:ext>
            </a:extLst>
          </p:cNvPr>
          <p:cNvGraphicFramePr>
            <a:graphicFrameLocks noGrp="1"/>
          </p:cNvGraphicFramePr>
          <p:nvPr/>
        </p:nvGraphicFramePr>
        <p:xfrm>
          <a:off x="1545709" y="3458687"/>
          <a:ext cx="9916488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79122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2479122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2479122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2479122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Data Inizio Periodo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Data Fine Periodo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01/01/2025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31/12/2025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01/01/2026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31/12/2026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01/01/2027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31/12/2027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01/01/2028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31/12/2028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F00F838-7742-C26A-BE41-E27691859D08}"/>
              </a:ext>
            </a:extLst>
          </p:cNvPr>
          <p:cNvSpPr/>
          <p:nvPr/>
        </p:nvSpPr>
        <p:spPr>
          <a:xfrm>
            <a:off x="1556004" y="3999472"/>
            <a:ext cx="9906193" cy="29398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53F450-2D3F-352F-B4E4-EE5E24ECF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8CABC8-E3D7-B498-E8F3-DC85963F46C8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0CD92A-D3F8-EC6E-DC2F-16F0D969FBD3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2B651E-9155-A62D-3C6F-7648E833A888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8970266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A8A5-6218-F826-41C9-C07C5FCA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448557-9BB8-14C8-83E2-B58343045037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01E42A-BDE7-6BCD-EE6F-4C916AD8CE51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64EE1D-E57A-5CC7-8DA3-EF181867A329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05EA45-47FD-0894-191E-EEDE84CC4D2C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08F6C21-0308-8B93-90B0-1EE5901647F4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C7EA1E6-ABC0-4C39-679F-86403127D4FD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99037B-EBAE-A4F3-4077-FD4906A3967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6CEA8A9-6E46-537F-CDEF-381D8F9C8421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BFC1610-2B35-BD24-186C-F264B0487EDB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phic 31" descr="Ringer outline">
            <a:extLst>
              <a:ext uri="{FF2B5EF4-FFF2-40B4-BE49-F238E27FC236}">
                <a16:creationId xmlns:a16="http://schemas.microsoft.com/office/drawing/2014/main" id="{ED2D656A-022D-DB3E-8AE7-5F8E5EB8265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27466F49-E586-FE85-8587-E5210678C24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6691A3-E57A-BE33-D2D0-163F543BFB7A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34CEDF-AD48-F86E-763A-FD2361638FEA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chemeClr val="tx1"/>
                </a:solidFill>
              </a:rPr>
              <a:t>Dashboard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FF96161-9787-95C0-E31B-057A78E07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4D73A7-84D4-7C36-D180-4E884F50A2B2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3CDDCE-E6EE-E8CB-09CE-292FDC9DAE9D}"/>
              </a:ext>
            </a:extLst>
          </p:cNvPr>
          <p:cNvSpPr/>
          <p:nvPr/>
        </p:nvSpPr>
        <p:spPr>
          <a:xfrm>
            <a:off x="-2" y="1133629"/>
            <a:ext cx="1246094" cy="376518"/>
          </a:xfrm>
          <a:prstGeom prst="rect">
            <a:avLst/>
          </a:prstGeom>
          <a:solidFill>
            <a:srgbClr val="0076A8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bg1"/>
                </a:solidFill>
              </a:rPr>
              <a:t>Pratiche Monitoraggio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11AC182-AE94-A8D0-2A41-466CDB4EB4AC}"/>
              </a:ext>
            </a:extLst>
          </p:cNvPr>
          <p:cNvGrpSpPr/>
          <p:nvPr/>
        </p:nvGrpSpPr>
        <p:grpSpPr>
          <a:xfrm>
            <a:off x="11971037" y="1738192"/>
            <a:ext cx="78980" cy="4877204"/>
            <a:chOff x="11993888" y="4288355"/>
            <a:chExt cx="58608" cy="1660131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A7540EB-4F75-749A-84B4-FD3573F09B6C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35713AD-4227-261B-82AA-461CDF979A6D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1476F7-CDAC-873C-C137-7BA609C3F67C}"/>
              </a:ext>
            </a:extLst>
          </p:cNvPr>
          <p:cNvSpPr/>
          <p:nvPr/>
        </p:nvSpPr>
        <p:spPr>
          <a:xfrm>
            <a:off x="1427183" y="1290863"/>
            <a:ext cx="355538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Dashboard Pratica 002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C73E3-C20E-10AC-F3E6-A51A4AB1F89E}"/>
              </a:ext>
            </a:extLst>
          </p:cNvPr>
          <p:cNvSpPr/>
          <p:nvPr/>
        </p:nvSpPr>
        <p:spPr>
          <a:xfrm>
            <a:off x="1362191" y="2609832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Dettaglio Pratica 002 | Spread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A861FA-7A27-56B3-4088-FB5DEC7E5D2A}"/>
              </a:ext>
            </a:extLst>
          </p:cNvPr>
          <p:cNvSpPr/>
          <p:nvPr/>
        </p:nvSpPr>
        <p:spPr>
          <a:xfrm>
            <a:off x="8226605" y="39989"/>
            <a:ext cx="2637798" cy="311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VISTA ISP - Temporale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4F57F0-7647-5F35-FD61-394BC1B2FB60}"/>
              </a:ext>
            </a:extLst>
          </p:cNvPr>
          <p:cNvSpPr/>
          <p:nvPr/>
        </p:nvSpPr>
        <p:spPr>
          <a:xfrm>
            <a:off x="9996383" y="1239255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Torna alla dashboard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C2A0F2-133E-ADF8-7EFE-4321A746140B}"/>
              </a:ext>
            </a:extLst>
          </p:cNvPr>
          <p:cNvSpPr/>
          <p:nvPr/>
        </p:nvSpPr>
        <p:spPr>
          <a:xfrm>
            <a:off x="1545709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>
                <a:solidFill>
                  <a:schemeClr val="tx1"/>
                </a:solidFill>
              </a:rPr>
              <a:t>Covenant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26CC1E-BAED-1476-ABAA-80377C0022A7}"/>
              </a:ext>
            </a:extLst>
          </p:cNvPr>
          <p:cNvSpPr/>
          <p:nvPr/>
        </p:nvSpPr>
        <p:spPr>
          <a:xfrm>
            <a:off x="3147461" y="2016206"/>
            <a:ext cx="1538848" cy="280626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b="1"/>
              <a:t>Spread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3ABB40-42DD-3EA2-A9F9-DB039B54595A}"/>
              </a:ext>
            </a:extLst>
          </p:cNvPr>
          <p:cNvSpPr/>
          <p:nvPr/>
        </p:nvSpPr>
        <p:spPr>
          <a:xfrm>
            <a:off x="4748436" y="2016206"/>
            <a:ext cx="1538848" cy="28062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050" err="1">
                <a:solidFill>
                  <a:schemeClr val="tx1"/>
                </a:solidFill>
              </a:rPr>
              <a:t>Scadenziere</a:t>
            </a:r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57DEB-59D5-6476-E199-318A6797E296}"/>
              </a:ext>
            </a:extLst>
          </p:cNvPr>
          <p:cNvSpPr/>
          <p:nvPr/>
        </p:nvSpPr>
        <p:spPr>
          <a:xfrm>
            <a:off x="1556004" y="2983232"/>
            <a:ext cx="9906193" cy="340671"/>
          </a:xfrm>
          <a:prstGeom prst="rect">
            <a:avLst/>
          </a:prstGeom>
          <a:solidFill>
            <a:schemeClr val="bg1"/>
          </a:solidFill>
          <a:ln w="9525">
            <a:solidFill>
              <a:srgbClr val="E2E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Contratto di Finanziamento</a:t>
            </a:r>
          </a:p>
        </p:txBody>
      </p:sp>
      <p:pic>
        <p:nvPicPr>
          <p:cNvPr id="17" name="Graphic 16" descr="Comment Add outline">
            <a:extLst>
              <a:ext uri="{FF2B5EF4-FFF2-40B4-BE49-F238E27FC236}">
                <a16:creationId xmlns:a16="http://schemas.microsoft.com/office/drawing/2014/main" id="{FD84E2D3-F884-708F-94D9-EC74C6C16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23217" y="3070767"/>
            <a:ext cx="165600" cy="165600"/>
          </a:xfrm>
          <a:prstGeom prst="rect">
            <a:avLst/>
          </a:prstGeom>
        </p:spPr>
      </p:pic>
      <p:pic>
        <p:nvPicPr>
          <p:cNvPr id="25" name="Graphic 24" descr="Download outline">
            <a:extLst>
              <a:ext uri="{FF2B5EF4-FFF2-40B4-BE49-F238E27FC236}">
                <a16:creationId xmlns:a16="http://schemas.microsoft.com/office/drawing/2014/main" id="{83485ED1-8866-A4FD-A9B8-4BDC71AD2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4209" y="3070767"/>
            <a:ext cx="165600" cy="1656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FB53C2D-2218-8A2C-4F5F-89CA0010A066}"/>
              </a:ext>
            </a:extLst>
          </p:cNvPr>
          <p:cNvSpPr/>
          <p:nvPr/>
        </p:nvSpPr>
        <p:spPr>
          <a:xfrm>
            <a:off x="10095424" y="3057853"/>
            <a:ext cx="599889" cy="191418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/>
              <a:t>Visualizza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6A890DD-80F9-D6EC-9DF2-48C0CC290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2455"/>
              </p:ext>
            </p:extLst>
          </p:nvPr>
        </p:nvGraphicFramePr>
        <p:xfrm>
          <a:off x="1545709" y="3445607"/>
          <a:ext cx="9916490" cy="13754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83298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91618441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3155600472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713677605"/>
                    </a:ext>
                  </a:extLst>
                </a:gridCol>
                <a:gridCol w="1983298">
                  <a:extLst>
                    <a:ext uri="{9D8B030D-6E8A-4147-A177-3AD203B41FA5}">
                      <a16:colId xmlns:a16="http://schemas.microsoft.com/office/drawing/2014/main" val="839353475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000" b="1">
                          <a:solidFill>
                            <a:schemeClr val="bg1"/>
                          </a:solidFill>
                        </a:rPr>
                        <a:t>Covenant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Inferiore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Limite Superiore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Valore Margine (%)</a:t>
                      </a:r>
                    </a:p>
                  </a:txBody>
                  <a:tcPr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0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26315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2,5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204204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>
                          <a:solidFill>
                            <a:schemeClr val="tx1"/>
                          </a:solidFill>
                        </a:rPr>
                        <a:t>M2C5 - Loan To Value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it-I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/>
                          <a:ea typeface="+mn-ea"/>
                          <a:cs typeface="+mn-cs"/>
                        </a:rPr>
                        <a:t>3</a:t>
                      </a:r>
                      <a:endParaRPr lang="it-IT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74503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BF40D29-2360-DAA2-4A83-BECDE62A4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29312"/>
              </p:ext>
            </p:extLst>
          </p:nvPr>
        </p:nvGraphicFramePr>
        <p:xfrm>
          <a:off x="1408217" y="5252605"/>
          <a:ext cx="10053980" cy="8252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0796">
                  <a:extLst>
                    <a:ext uri="{9D8B030D-6E8A-4147-A177-3AD203B41FA5}">
                      <a16:colId xmlns:a16="http://schemas.microsoft.com/office/drawing/2014/main" val="2511284125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28628523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4107771964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132648985"/>
                    </a:ext>
                  </a:extLst>
                </a:gridCol>
                <a:gridCol w="2010796">
                  <a:extLst>
                    <a:ext uri="{9D8B030D-6E8A-4147-A177-3AD203B41FA5}">
                      <a16:colId xmlns:a16="http://schemas.microsoft.com/office/drawing/2014/main" val="2876493507"/>
                    </a:ext>
                  </a:extLst>
                </a:gridCol>
              </a:tblGrid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Data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Data Variazione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Monitorato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Cluster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00" b="1">
                          <a:solidFill>
                            <a:schemeClr val="bg1"/>
                          </a:solidFill>
                        </a:rPr>
                        <a:t>Valore Margine (%)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080110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20/03/2025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2,9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173139"/>
                  </a:ext>
                </a:extLst>
              </a:tr>
              <a:tr h="275099"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26/03/2026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00"/>
                        <a:t>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00"/>
                        <a:t>2,5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7688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1918EFB9-AD22-4AEB-285C-F1266A554BFC}"/>
              </a:ext>
            </a:extLst>
          </p:cNvPr>
          <p:cNvSpPr/>
          <p:nvPr/>
        </p:nvSpPr>
        <p:spPr>
          <a:xfrm>
            <a:off x="1362191" y="4992508"/>
            <a:ext cx="4644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Storico Spread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01A89E-850F-ABF5-291B-C936AF9AB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709" y="466845"/>
            <a:ext cx="10179573" cy="6667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EFAEA7-F160-34D3-E8A0-B7E5E752D95A}"/>
              </a:ext>
            </a:extLst>
          </p:cNvPr>
          <p:cNvSpPr txBox="1"/>
          <p:nvPr/>
        </p:nvSpPr>
        <p:spPr>
          <a:xfrm>
            <a:off x="10119258" y="595948"/>
            <a:ext cx="82126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">
                <a:solidFill>
                  <a:schemeClr val="bg2">
                    <a:lumMod val="50000"/>
                  </a:schemeClr>
                </a:solidFill>
              </a:rPr>
              <a:t>PRATICA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FA9A9-DE67-0FFB-7E50-6F794D4245DD}"/>
              </a:ext>
            </a:extLst>
          </p:cNvPr>
          <p:cNvSpPr/>
          <p:nvPr/>
        </p:nvSpPr>
        <p:spPr>
          <a:xfrm>
            <a:off x="9785350" y="757111"/>
            <a:ext cx="1765704" cy="239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FD6DE-5136-E74D-22EB-B5DB468607AC}"/>
              </a:ext>
            </a:extLst>
          </p:cNvPr>
          <p:cNvSpPr txBox="1"/>
          <p:nvPr/>
        </p:nvSpPr>
        <p:spPr>
          <a:xfrm>
            <a:off x="9691580" y="747072"/>
            <a:ext cx="149569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8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● </a:t>
            </a:r>
            <a:r>
              <a:rPr lang="it-IT" sz="800"/>
              <a:t>Monitoraggio Scaduto 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03613934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C1D897C-F7C7-91F6-BDDC-558886D26C62}"/>
              </a:ext>
            </a:extLst>
          </p:cNvPr>
          <p:cNvSpPr txBox="1"/>
          <p:nvPr/>
        </p:nvSpPr>
        <p:spPr>
          <a:xfrm>
            <a:off x="1369897" y="70718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Pratiche totali: </a:t>
            </a:r>
            <a:r>
              <a:rPr lang="it-IT" b="1">
                <a:solidFill>
                  <a:schemeClr val="tx1"/>
                </a:solidFill>
              </a:rPr>
              <a:t>119</a:t>
            </a:r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020A8B-7331-1C6F-2B9C-4FF4451F430C}"/>
              </a:ext>
            </a:extLst>
          </p:cNvPr>
          <p:cNvSpPr txBox="1"/>
          <p:nvPr/>
        </p:nvSpPr>
        <p:spPr>
          <a:xfrm>
            <a:off x="1369897" y="44831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Dashboard Monitoraggio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BD1BD9-DD7D-48F3-735D-57640434647E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7FC4F7-D1A9-0BDC-CBF1-580EFF5D67CD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51A729-5CC2-4869-1148-84501D52971F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44AB7A-7375-BD12-FB31-90C7C5E71DB8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C5DD40CE-C481-8609-E3BE-23BE60C59A4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AC2BF03-60E5-FBD4-D830-1976FA598447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D9ACEF7-DCB2-12F9-AD3E-CB9BA5E1285B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293B4D8-8120-7397-0EAD-CD75957ABDC5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2DB08BE-7F6F-CBEE-490E-F0B5542C3D1E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5F701034-7D0C-FA30-E85D-0D00D4D98E79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665F01C4-9070-4ECB-85A6-6C4B1788895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93D38CF-3BE5-52D2-BDD7-B485316C7CC0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1342401-1316-CC02-53B6-A0552C3C9170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CFF508-409E-5F76-F262-F4DE44CF4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803805"/>
              </p:ext>
            </p:extLst>
          </p:nvPr>
        </p:nvGraphicFramePr>
        <p:xfrm>
          <a:off x="1269761" y="3207357"/>
          <a:ext cx="9733317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5459">
                  <a:extLst>
                    <a:ext uri="{9D8B030D-6E8A-4147-A177-3AD203B41FA5}">
                      <a16:colId xmlns:a16="http://schemas.microsoft.com/office/drawing/2014/main" val="2987777011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3900229131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1190077675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199289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S.p.A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s.r.l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Bilancio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Fuori Soglia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Ignora Soglia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 b="1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3D1C235-FA87-BAEA-E40B-291621FD825E}"/>
              </a:ext>
            </a:extLst>
          </p:cNvPr>
          <p:cNvSpPr/>
          <p:nvPr/>
        </p:nvSpPr>
        <p:spPr>
          <a:xfrm>
            <a:off x="1209576" y="2818678"/>
            <a:ext cx="2448000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 / Fuori Soglia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C1BA23-CEDA-66BC-A5D3-227DE1E1C3C7}"/>
              </a:ext>
            </a:extLst>
          </p:cNvPr>
          <p:cNvSpPr/>
          <p:nvPr/>
        </p:nvSpPr>
        <p:spPr>
          <a:xfrm>
            <a:off x="1188923" y="477410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89087-7609-9A0F-4EA4-A09C38251145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E9134F-95CE-6FDA-268C-0B9982E35F15}"/>
              </a:ext>
            </a:extLst>
          </p:cNvPr>
          <p:cNvSpPr/>
          <p:nvPr/>
        </p:nvSpPr>
        <p:spPr>
          <a:xfrm>
            <a:off x="11029801" y="580559"/>
            <a:ext cx="636144" cy="23046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 b="1"/>
              <a:t>Monitoraggio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FA19E7-34A9-51C6-E818-8E4A449EF5D5}"/>
              </a:ext>
            </a:extLst>
          </p:cNvPr>
          <p:cNvSpPr/>
          <p:nvPr/>
        </p:nvSpPr>
        <p:spPr>
          <a:xfrm>
            <a:off x="10285264" y="580559"/>
            <a:ext cx="636144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Censimento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56F1C7-B0D3-A044-A72A-0F55B2F9E5A4}"/>
              </a:ext>
            </a:extLst>
          </p:cNvPr>
          <p:cNvSpPr txBox="1"/>
          <p:nvPr/>
        </p:nvSpPr>
        <p:spPr>
          <a:xfrm>
            <a:off x="5703047" y="4502757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6504C63-0F21-ABE4-8731-7B944FB11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08582"/>
              </p:ext>
            </p:extLst>
          </p:nvPr>
        </p:nvGraphicFramePr>
        <p:xfrm>
          <a:off x="1269761" y="5195875"/>
          <a:ext cx="9733317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5459">
                  <a:extLst>
                    <a:ext uri="{9D8B030D-6E8A-4147-A177-3AD203B41FA5}">
                      <a16:colId xmlns:a16="http://schemas.microsoft.com/office/drawing/2014/main" val="102193892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3798630254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4292000341"/>
                    </a:ext>
                  </a:extLst>
                </a:gridCol>
                <a:gridCol w="745459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1509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287892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140438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</a:t>
                      </a:r>
                      <a:r>
                        <a:rPr lang="it-IT" sz="600" err="1"/>
                        <a:t>s.r.l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Bilancio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90997A9-A865-0CB0-5584-59C609E8503D}"/>
              </a:ext>
            </a:extLst>
          </p:cNvPr>
          <p:cNvSpPr txBox="1"/>
          <p:nvPr/>
        </p:nvSpPr>
        <p:spPr>
          <a:xfrm>
            <a:off x="5809546" y="6519904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C1CE8A-DCEF-5086-0BBF-1F32D6AB633F}"/>
              </a:ext>
            </a:extLst>
          </p:cNvPr>
          <p:cNvGrpSpPr/>
          <p:nvPr/>
        </p:nvGrpSpPr>
        <p:grpSpPr>
          <a:xfrm>
            <a:off x="12036725" y="1399988"/>
            <a:ext cx="78980" cy="4877204"/>
            <a:chOff x="11993888" y="4288355"/>
            <a:chExt cx="58608" cy="16601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79EB75C-B106-2BC2-53D0-5ADD728CE4BF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915611D-09B6-3766-1EDE-78B0ECFA5F7F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239F6C-6B0A-9692-C8A9-13DDED81D017}"/>
              </a:ext>
            </a:extLst>
          </p:cNvPr>
          <p:cNvSpPr/>
          <p:nvPr/>
        </p:nvSpPr>
        <p:spPr>
          <a:xfrm>
            <a:off x="1284169" y="1077603"/>
            <a:ext cx="9822988" cy="1566286"/>
          </a:xfrm>
          <a:prstGeom prst="roundRect">
            <a:avLst>
              <a:gd name="adj" fmla="val 8127"/>
            </a:avLst>
          </a:prstGeom>
          <a:solidFill>
            <a:srgbClr val="E8EEF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57DE3A-F02C-4E79-6E8B-625B83C34DEE}"/>
              </a:ext>
            </a:extLst>
          </p:cNvPr>
          <p:cNvSpPr/>
          <p:nvPr/>
        </p:nvSpPr>
        <p:spPr>
          <a:xfrm>
            <a:off x="1355284" y="1057481"/>
            <a:ext cx="9680760" cy="1586407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</a:pPr>
            <a:endParaRPr lang="it-IT" sz="1050">
              <a:solidFill>
                <a:schemeClr val="tx1"/>
              </a:solidFill>
            </a:endParaRP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BEFFD208-DC68-9D91-C853-7F9F3D8077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9145584"/>
              </p:ext>
            </p:extLst>
          </p:nvPr>
        </p:nvGraphicFramePr>
        <p:xfrm>
          <a:off x="1676689" y="1521894"/>
          <a:ext cx="1474977" cy="106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E77A65-5B64-9DA8-B006-53E4E3F9B0F3}"/>
              </a:ext>
            </a:extLst>
          </p:cNvPr>
          <p:cNvCxnSpPr>
            <a:cxnSpLocks/>
          </p:cNvCxnSpPr>
          <p:nvPr/>
        </p:nvCxnSpPr>
        <p:spPr>
          <a:xfrm>
            <a:off x="7278528" y="1281862"/>
            <a:ext cx="0" cy="117500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FE05F16A-766A-E8B1-EC1A-3709FFFA44BD}"/>
              </a:ext>
            </a:extLst>
          </p:cNvPr>
          <p:cNvSpPr/>
          <p:nvPr/>
        </p:nvSpPr>
        <p:spPr bwMode="gray">
          <a:xfrm>
            <a:off x="1942267" y="1172695"/>
            <a:ext cx="1358561" cy="2699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it-IT" sz="1200" b="1">
                <a:solidFill>
                  <a:schemeClr val="tx1"/>
                </a:solidFill>
              </a:rPr>
              <a:t>Monitoraggio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C348C3E-9A89-B79E-EE85-720BEE6C053E}"/>
              </a:ext>
            </a:extLst>
          </p:cNvPr>
          <p:cNvSpPr/>
          <p:nvPr/>
        </p:nvSpPr>
        <p:spPr>
          <a:xfrm>
            <a:off x="1896788" y="1214894"/>
            <a:ext cx="113423" cy="192738"/>
          </a:xfrm>
          <a:prstGeom prst="roundRect">
            <a:avLst>
              <a:gd name="adj" fmla="val 8127"/>
            </a:avLst>
          </a:prstGeom>
          <a:solidFill>
            <a:srgbClr val="0076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AECF56A-7319-5973-F6CF-9456A38A4ECC}"/>
              </a:ext>
            </a:extLst>
          </p:cNvPr>
          <p:cNvSpPr/>
          <p:nvPr/>
        </p:nvSpPr>
        <p:spPr>
          <a:xfrm>
            <a:off x="7851311" y="1479082"/>
            <a:ext cx="2664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Ultimo Aggiornamento COVN0</a:t>
            </a:r>
            <a:r>
              <a:rPr lang="it-IT" sz="900">
                <a:solidFill>
                  <a:schemeClr val="tx1"/>
                </a:solidFill>
              </a:rPr>
              <a:t>: 10/03/2026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197D27D-B4C8-FC5A-04A1-FE82BE8BB847}"/>
              </a:ext>
            </a:extLst>
          </p:cNvPr>
          <p:cNvSpPr/>
          <p:nvPr/>
        </p:nvSpPr>
        <p:spPr>
          <a:xfrm>
            <a:off x="7875522" y="1170537"/>
            <a:ext cx="2114179" cy="272126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100" b="1">
                <a:solidFill>
                  <a:schemeClr val="tx1"/>
                </a:solidFill>
              </a:rPr>
              <a:t>COVN0</a:t>
            </a:r>
            <a:endParaRPr lang="it-IT" sz="105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5824B2-6224-D7DD-4CB1-641A52BF6470}"/>
              </a:ext>
            </a:extLst>
          </p:cNvPr>
          <p:cNvSpPr/>
          <p:nvPr/>
        </p:nvSpPr>
        <p:spPr>
          <a:xfrm>
            <a:off x="8005757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Aggiorna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B8FF0B-2D3A-4030-972E-B6863CB8A812}"/>
              </a:ext>
            </a:extLst>
          </p:cNvPr>
          <p:cNvSpPr/>
          <p:nvPr/>
        </p:nvSpPr>
        <p:spPr>
          <a:xfrm>
            <a:off x="9412865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Storico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3363B4-BDFC-579C-BEA4-6686441C11E6}"/>
              </a:ext>
            </a:extLst>
          </p:cNvPr>
          <p:cNvSpPr/>
          <p:nvPr/>
        </p:nvSpPr>
        <p:spPr>
          <a:xfrm>
            <a:off x="3641303" y="1551820"/>
            <a:ext cx="2704860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in scadenza/da attenzionare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12C97F-0DBD-A0AA-C879-2F92FBFD8106}"/>
              </a:ext>
            </a:extLst>
          </p:cNvPr>
          <p:cNvSpPr/>
          <p:nvPr/>
        </p:nvSpPr>
        <p:spPr>
          <a:xfrm>
            <a:off x="3649295" y="1262157"/>
            <a:ext cx="2114179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OK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FF75A5D-5B24-CA9F-ECB1-833E5E0B358E}"/>
              </a:ext>
            </a:extLst>
          </p:cNvPr>
          <p:cNvSpPr/>
          <p:nvPr/>
        </p:nvSpPr>
        <p:spPr>
          <a:xfrm>
            <a:off x="6231865" y="1307989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D17FE2-5306-D759-9D0D-48A4277D1ACA}"/>
              </a:ext>
            </a:extLst>
          </p:cNvPr>
          <p:cNvCxnSpPr>
            <a:cxnSpLocks/>
          </p:cNvCxnSpPr>
          <p:nvPr/>
        </p:nvCxnSpPr>
        <p:spPr>
          <a:xfrm>
            <a:off x="3613783" y="1339865"/>
            <a:ext cx="0" cy="23467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06DA313-0EF3-86E5-B37F-2D4FD1A4D7D1}"/>
              </a:ext>
            </a:extLst>
          </p:cNvPr>
          <p:cNvCxnSpPr>
            <a:cxnSpLocks/>
          </p:cNvCxnSpPr>
          <p:nvPr/>
        </p:nvCxnSpPr>
        <p:spPr>
          <a:xfrm>
            <a:off x="3613783" y="1641283"/>
            <a:ext cx="0" cy="2346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6692AF2-6B5A-A655-1082-8EB6CE515800}"/>
              </a:ext>
            </a:extLst>
          </p:cNvPr>
          <p:cNvCxnSpPr>
            <a:cxnSpLocks/>
          </p:cNvCxnSpPr>
          <p:nvPr/>
        </p:nvCxnSpPr>
        <p:spPr>
          <a:xfrm>
            <a:off x="3613783" y="1940928"/>
            <a:ext cx="0" cy="2346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DFB9C56-98D2-072F-F2F1-68C8E6ABC3AF}"/>
              </a:ext>
            </a:extLst>
          </p:cNvPr>
          <p:cNvCxnSpPr>
            <a:cxnSpLocks/>
          </p:cNvCxnSpPr>
          <p:nvPr/>
        </p:nvCxnSpPr>
        <p:spPr>
          <a:xfrm>
            <a:off x="3613783" y="2258253"/>
            <a:ext cx="0" cy="23467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2A932FD-DFCE-D317-D6CC-464DE97EF25A}"/>
              </a:ext>
            </a:extLst>
          </p:cNvPr>
          <p:cNvSpPr/>
          <p:nvPr/>
        </p:nvSpPr>
        <p:spPr>
          <a:xfrm>
            <a:off x="3641303" y="1855677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KO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9640B1C-A8F3-BDA0-DB07-964301ECCF2C}"/>
              </a:ext>
            </a:extLst>
          </p:cNvPr>
          <p:cNvSpPr/>
          <p:nvPr/>
        </p:nvSpPr>
        <p:spPr>
          <a:xfrm>
            <a:off x="3641303" y="2212855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Concluse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F313639-9203-4B58-38B1-D31B2D7983D2}"/>
              </a:ext>
            </a:extLst>
          </p:cNvPr>
          <p:cNvSpPr/>
          <p:nvPr/>
        </p:nvSpPr>
        <p:spPr>
          <a:xfrm>
            <a:off x="6231865" y="1606807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7826226-9E66-9F19-7270-399B351AFC5C}"/>
              </a:ext>
            </a:extLst>
          </p:cNvPr>
          <p:cNvSpPr/>
          <p:nvPr/>
        </p:nvSpPr>
        <p:spPr>
          <a:xfrm>
            <a:off x="6231865" y="1896985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F0D3E0F-D8E1-8C86-4B7A-4BB93C278C3F}"/>
              </a:ext>
            </a:extLst>
          </p:cNvPr>
          <p:cNvSpPr/>
          <p:nvPr/>
        </p:nvSpPr>
        <p:spPr>
          <a:xfrm>
            <a:off x="6231865" y="2266176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BD3D9-17B2-2923-39D6-DB3A2AC8C499}"/>
              </a:ext>
            </a:extLst>
          </p:cNvPr>
          <p:cNvSpPr/>
          <p:nvPr/>
        </p:nvSpPr>
        <p:spPr>
          <a:xfrm>
            <a:off x="1246971" y="2973978"/>
            <a:ext cx="7884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scadute / Fuori Soglia in piattaforma. Per visualizzare l’elenco completo puoi consultare la pagina dedicata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E33E9-4766-148F-59D6-7BDE6BBE4423}"/>
              </a:ext>
            </a:extLst>
          </p:cNvPr>
          <p:cNvSpPr/>
          <p:nvPr/>
        </p:nvSpPr>
        <p:spPr>
          <a:xfrm>
            <a:off x="10235062" y="2989107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24AD94-4AB5-70E2-E040-68A6AEDD6B90}"/>
              </a:ext>
            </a:extLst>
          </p:cNvPr>
          <p:cNvSpPr/>
          <p:nvPr/>
        </p:nvSpPr>
        <p:spPr>
          <a:xfrm>
            <a:off x="1246971" y="4955222"/>
            <a:ext cx="8028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in scadenza  in piattaforma. Per visualizzare l’elenco completo puoi consultare la pagina dedicata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F4F19F-DC06-F9C7-DC29-947B89FE3432}"/>
              </a:ext>
            </a:extLst>
          </p:cNvPr>
          <p:cNvSpPr/>
          <p:nvPr/>
        </p:nvSpPr>
        <p:spPr>
          <a:xfrm>
            <a:off x="10235062" y="4970351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C0F81B2-65AD-357D-85D1-8D8595128C20}"/>
              </a:ext>
            </a:extLst>
          </p:cNvPr>
          <p:cNvSpPr/>
          <p:nvPr/>
        </p:nvSpPr>
        <p:spPr>
          <a:xfrm rot="1011258">
            <a:off x="9704062" y="285226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68959176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C437-2D43-07B1-AB7D-2148F3C6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2BF67B7-E7F4-A892-E76C-5E6BA5CC738E}"/>
              </a:ext>
            </a:extLst>
          </p:cNvPr>
          <p:cNvSpPr txBox="1"/>
          <p:nvPr/>
        </p:nvSpPr>
        <p:spPr>
          <a:xfrm>
            <a:off x="1369897" y="759923"/>
            <a:ext cx="2767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Totali: </a:t>
            </a:r>
            <a:r>
              <a:rPr lang="it-IT" sz="1400" b="1"/>
              <a:t>43</a:t>
            </a:r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A485B-C474-E5A8-E8D5-82A4E0A08049}"/>
              </a:ext>
            </a:extLst>
          </p:cNvPr>
          <p:cNvSpPr txBox="1"/>
          <p:nvPr/>
        </p:nvSpPr>
        <p:spPr>
          <a:xfrm>
            <a:off x="1369897" y="448310"/>
            <a:ext cx="3913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Monitoraggi Scaduti / Fuori Soglia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C69B93-9265-7660-C28A-EFAC3F24EA74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85499F-D434-02DA-05A8-2AD293D9A1B7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4F6C67-3E1D-50C9-0161-776E9E6C745B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AF4DCF-00EF-AB20-68D8-41B963A7F3BD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CB7885EF-C054-1A49-43C9-04BF4FB9EA0A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23D6BDC-CAFF-2C5F-29EE-7CA9A69EC12A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BBC2D0C-EAB2-00D0-4CF3-1678FA73C729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1A2BC6E-1164-5060-CCBF-BC1AC4CB30DA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E351AF0-4727-F20E-F071-F1BA6D9AFD4F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C0DBDDF7-68BA-3F67-2B18-2C9A820BDE80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ABAB3C8E-A736-5C67-2094-A5220A38FFF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E4D5EB26-D3D9-1375-31ED-8FAECA4A456F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123A9C-E2C4-4322-A6DF-720F5102C3DC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4C14F4-D9E7-644F-FBF8-1BB5963E3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15028"/>
              </p:ext>
            </p:extLst>
          </p:nvPr>
        </p:nvGraphicFramePr>
        <p:xfrm>
          <a:off x="1369896" y="2830368"/>
          <a:ext cx="10188634" cy="3642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0331">
                  <a:extLst>
                    <a:ext uri="{9D8B030D-6E8A-4147-A177-3AD203B41FA5}">
                      <a16:colId xmlns:a16="http://schemas.microsoft.com/office/drawing/2014/main" val="1571975953"/>
                    </a:ext>
                  </a:extLst>
                </a:gridCol>
                <a:gridCol w="780331">
                  <a:extLst>
                    <a:ext uri="{9D8B030D-6E8A-4147-A177-3AD203B41FA5}">
                      <a16:colId xmlns:a16="http://schemas.microsoft.com/office/drawing/2014/main" val="2259343061"/>
                    </a:ext>
                  </a:extLst>
                </a:gridCol>
                <a:gridCol w="780331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80331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80331">
                  <a:extLst>
                    <a:ext uri="{9D8B030D-6E8A-4147-A177-3AD203B41FA5}">
                      <a16:colId xmlns:a16="http://schemas.microsoft.com/office/drawing/2014/main" val="58272286"/>
                    </a:ext>
                  </a:extLst>
                </a:gridCol>
                <a:gridCol w="780331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86664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199289">
                <a:tc>
                  <a:txBody>
                    <a:bodyPr/>
                    <a:lstStyle/>
                    <a:p>
                      <a:pPr algn="ctr"/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 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5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7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228812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S.p.A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s.r.l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 b="1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Ignora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50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769034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0416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202067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586822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722916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500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Ignora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03399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898FB201-6DD1-6349-B264-64D94CA5456D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46C0B-FE49-103D-347A-AB45DF2E5571}"/>
              </a:ext>
            </a:extLst>
          </p:cNvPr>
          <p:cNvSpPr txBox="1"/>
          <p:nvPr/>
        </p:nvSpPr>
        <p:spPr>
          <a:xfrm>
            <a:off x="6285663" y="6623383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115740-CC81-981D-49C4-541CBBD78E90}"/>
              </a:ext>
            </a:extLst>
          </p:cNvPr>
          <p:cNvGrpSpPr/>
          <p:nvPr/>
        </p:nvGrpSpPr>
        <p:grpSpPr>
          <a:xfrm>
            <a:off x="12036725" y="1399988"/>
            <a:ext cx="78980" cy="4877204"/>
            <a:chOff x="11993888" y="4288355"/>
            <a:chExt cx="58608" cy="16601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0EB8751-546A-4127-4A1F-F050382CF294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05E847B-BEF3-57A9-2B50-C007A67CCD29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DE51560-3E60-7315-2334-F668B8ACE229}"/>
              </a:ext>
            </a:extLst>
          </p:cNvPr>
          <p:cNvSpPr/>
          <p:nvPr/>
        </p:nvSpPr>
        <p:spPr>
          <a:xfrm>
            <a:off x="1369897" y="1009981"/>
            <a:ext cx="7884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tx1"/>
                </a:solidFill>
              </a:rPr>
              <a:t>Nella presente sezione hai visibilità dell’elenco completo dei monitoraggi delle pratiche che risultano scadute in piattaforma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215C98-9504-A12A-82CF-396E561BE1F3}"/>
              </a:ext>
            </a:extLst>
          </p:cNvPr>
          <p:cNvSpPr/>
          <p:nvPr/>
        </p:nvSpPr>
        <p:spPr>
          <a:xfrm>
            <a:off x="1335741" y="1326883"/>
            <a:ext cx="10543023" cy="1437290"/>
          </a:xfrm>
          <a:prstGeom prst="roundRect">
            <a:avLst>
              <a:gd name="adj" fmla="val 7879"/>
            </a:avLst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916785-B701-42A4-3291-345D31E16353}"/>
              </a:ext>
            </a:extLst>
          </p:cNvPr>
          <p:cNvSpPr/>
          <p:nvPr/>
        </p:nvSpPr>
        <p:spPr>
          <a:xfrm>
            <a:off x="1495020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UTENTE BANCA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8567C9-1751-1A1D-93F7-A3F836F2968E}"/>
              </a:ext>
            </a:extLst>
          </p:cNvPr>
          <p:cNvSpPr/>
          <p:nvPr/>
        </p:nvSpPr>
        <p:spPr>
          <a:xfrm>
            <a:off x="1495020" y="1628379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Utente Banca…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03FE65-6132-471A-1C22-46FBAF6FFF22}"/>
              </a:ext>
            </a:extLst>
          </p:cNvPr>
          <p:cNvSpPr/>
          <p:nvPr/>
        </p:nvSpPr>
        <p:spPr>
          <a:xfrm>
            <a:off x="4808793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E1A697-1C3E-C177-22C2-5B3DCE6AA43E}"/>
              </a:ext>
            </a:extLst>
          </p:cNvPr>
          <p:cNvSpPr/>
          <p:nvPr/>
        </p:nvSpPr>
        <p:spPr>
          <a:xfrm>
            <a:off x="4808793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AEA4D9-E021-9C31-82BB-2A6E788BE9EF}"/>
              </a:ext>
            </a:extLst>
          </p:cNvPr>
          <p:cNvSpPr/>
          <p:nvPr/>
        </p:nvSpPr>
        <p:spPr>
          <a:xfrm>
            <a:off x="7209248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Nome Deal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84C7A4E-39C6-E0AA-3266-4BC4C78E0B92}"/>
              </a:ext>
            </a:extLst>
          </p:cNvPr>
          <p:cNvSpPr/>
          <p:nvPr/>
        </p:nvSpPr>
        <p:spPr>
          <a:xfrm>
            <a:off x="7209248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Nome Deal…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AA79FA-12A8-FFD3-139D-6858D8212F1F}"/>
              </a:ext>
            </a:extLst>
          </p:cNvPr>
          <p:cNvSpPr/>
          <p:nvPr/>
        </p:nvSpPr>
        <p:spPr>
          <a:xfrm>
            <a:off x="9609703" y="1415038"/>
            <a:ext cx="1980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Evento di Monitoraggio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2D30651-DFDB-12E4-8B97-27FB3E85FBFE}"/>
              </a:ext>
            </a:extLst>
          </p:cNvPr>
          <p:cNvSpPr/>
          <p:nvPr/>
        </p:nvSpPr>
        <p:spPr>
          <a:xfrm>
            <a:off x="9609703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semaforo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3FFB885-320A-98AE-5A1F-F4DBA33ED0C5}"/>
              </a:ext>
            </a:extLst>
          </p:cNvPr>
          <p:cNvSpPr/>
          <p:nvPr/>
        </p:nvSpPr>
        <p:spPr>
          <a:xfrm>
            <a:off x="1495020" y="2486977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Applica filtri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D57BB63-8400-040C-11F0-6C2A649FEBE6}"/>
              </a:ext>
            </a:extLst>
          </p:cNvPr>
          <p:cNvSpPr/>
          <p:nvPr/>
        </p:nvSpPr>
        <p:spPr>
          <a:xfrm>
            <a:off x="2426136" y="2486977"/>
            <a:ext cx="841470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>
                <a:solidFill>
                  <a:srgbClr val="0076A8"/>
                </a:solidFill>
              </a:rPr>
              <a:t>Resetta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BDC0989-5478-118D-021C-BD1A1BA58627}"/>
              </a:ext>
            </a:extLst>
          </p:cNvPr>
          <p:cNvSpPr/>
          <p:nvPr/>
        </p:nvSpPr>
        <p:spPr>
          <a:xfrm>
            <a:off x="9823123" y="1029091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Scarica Report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99EC8FD-4E09-256D-BB44-48A743B7541E}"/>
              </a:ext>
            </a:extLst>
          </p:cNvPr>
          <p:cNvSpPr/>
          <p:nvPr/>
        </p:nvSpPr>
        <p:spPr>
          <a:xfrm>
            <a:off x="10717066" y="1029091"/>
            <a:ext cx="841470" cy="214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>
                <a:solidFill>
                  <a:schemeClr val="tx1"/>
                </a:solidFill>
              </a:rPr>
              <a:t>Indietro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66F9C33-B4C0-8334-ABED-B295B3273DF2}"/>
              </a:ext>
            </a:extLst>
          </p:cNvPr>
          <p:cNvSpPr/>
          <p:nvPr/>
        </p:nvSpPr>
        <p:spPr>
          <a:xfrm>
            <a:off x="1495020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Tipologia Pratica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B7984EC-3811-B74A-039A-B2011C3F054C}"/>
              </a:ext>
            </a:extLst>
          </p:cNvPr>
          <p:cNvSpPr/>
          <p:nvPr/>
        </p:nvSpPr>
        <p:spPr>
          <a:xfrm>
            <a:off x="1495020" y="2137620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Seleziona Tipologia Pratica…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6F0E5503-84A2-386B-8A90-573CF48F4202}"/>
              </a:ext>
            </a:extLst>
          </p:cNvPr>
          <p:cNvSpPr/>
          <p:nvPr/>
        </p:nvSpPr>
        <p:spPr>
          <a:xfrm rot="10800000">
            <a:off x="4267206" y="2157811"/>
            <a:ext cx="121920" cy="168429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481B70EA-8B78-A3C7-35BE-62C48CE2C4B7}"/>
              </a:ext>
            </a:extLst>
          </p:cNvPr>
          <p:cNvSpPr/>
          <p:nvPr/>
        </p:nvSpPr>
        <p:spPr>
          <a:xfrm rot="1011258">
            <a:off x="10611762" y="84118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DE18A-4548-67E6-DB7E-5B75E004A56E}"/>
              </a:ext>
            </a:extLst>
          </p:cNvPr>
          <p:cNvSpPr/>
          <p:nvPr/>
        </p:nvSpPr>
        <p:spPr>
          <a:xfrm>
            <a:off x="4822179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Giorni al prossimo monitoraggio a partire da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28F771-FFD4-E4E0-451B-6D2388E92B3F}"/>
              </a:ext>
            </a:extLst>
          </p:cNvPr>
          <p:cNvSpPr/>
          <p:nvPr/>
        </p:nvSpPr>
        <p:spPr>
          <a:xfrm>
            <a:off x="4822179" y="2137620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Inserisci Giorni al prossimo monitoraggio a partire da…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C4D02-F674-6008-A58B-BF0A46DB9040}"/>
              </a:ext>
            </a:extLst>
          </p:cNvPr>
          <p:cNvSpPr/>
          <p:nvPr/>
        </p:nvSpPr>
        <p:spPr>
          <a:xfrm>
            <a:off x="7222634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Giorni al prossimo monitoraggio fino 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FC227E-35F5-1688-9815-F47AF164432C}"/>
              </a:ext>
            </a:extLst>
          </p:cNvPr>
          <p:cNvSpPr/>
          <p:nvPr/>
        </p:nvSpPr>
        <p:spPr>
          <a:xfrm>
            <a:off x="7222634" y="2137620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Inserisci Giorni al prossimo monitoraggio fino 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5389859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8AFE-05C7-F959-8C8A-04641434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42BA0F5-A69C-FBE3-9640-C0BA04E2373D}"/>
              </a:ext>
            </a:extLst>
          </p:cNvPr>
          <p:cNvSpPr txBox="1"/>
          <p:nvPr/>
        </p:nvSpPr>
        <p:spPr>
          <a:xfrm>
            <a:off x="1369897" y="70718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Pratiche totali: </a:t>
            </a:r>
            <a:r>
              <a:rPr lang="it-IT" b="1">
                <a:solidFill>
                  <a:schemeClr val="tx1"/>
                </a:solidFill>
              </a:rPr>
              <a:t>119</a:t>
            </a:r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CA1C15-5CB9-2A23-B6A6-1C410677D4A5}"/>
              </a:ext>
            </a:extLst>
          </p:cNvPr>
          <p:cNvSpPr txBox="1"/>
          <p:nvPr/>
        </p:nvSpPr>
        <p:spPr>
          <a:xfrm>
            <a:off x="1369897" y="44831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Dashboard Monitoraggio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64608C-8EF6-306D-6436-B1713647DBDC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08CF4E-046E-8F43-9E54-5BA1FFCE8AA3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154B08-2FED-D0D0-AFE9-AA2849F614A0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78BC32-AA03-69BC-7D83-FB5553694021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A7FC5D8F-67B2-10A3-246B-777A57C729ED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A94CB16-0E74-B7E9-FE23-92F71FB61451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89D165A-1D1D-5925-7E6A-CB2DCF0F5C88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A6BAC20-7A29-BD04-D354-CFF1558F72BF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BFD8A4-4FC4-07CA-7CDE-2AC0836AE3E2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14538F09-C3F9-36E3-F89D-0A78F722FEC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8277FE88-8C97-A08D-AC06-2C475EEFDD4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C6FE3EB9-698E-EF45-7E40-A42518FCD9E9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A3055C-2118-E9A3-B822-9FC60451B1C1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D28B79-B541-C577-5D22-5DB2F3033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762112"/>
              </p:ext>
            </p:extLst>
          </p:nvPr>
        </p:nvGraphicFramePr>
        <p:xfrm>
          <a:off x="1269761" y="3207357"/>
          <a:ext cx="9752062" cy="1188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895">
                  <a:extLst>
                    <a:ext uri="{9D8B030D-6E8A-4147-A177-3AD203B41FA5}">
                      <a16:colId xmlns:a16="http://schemas.microsoft.com/office/drawing/2014/main" val="3354874060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662416282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2317198627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199289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di ritardo 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S.p.A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s.r.l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Ignora Soglia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00" b="1" u="sng" kern="120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1A1F9A8-0BAD-B7A5-8757-150395C4CD39}"/>
              </a:ext>
            </a:extLst>
          </p:cNvPr>
          <p:cNvSpPr/>
          <p:nvPr/>
        </p:nvSpPr>
        <p:spPr>
          <a:xfrm>
            <a:off x="1209575" y="2794206"/>
            <a:ext cx="2414157" cy="176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Scaduti/Fuori Soglia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22B564-8011-7BF2-16DE-98D1C428D649}"/>
              </a:ext>
            </a:extLst>
          </p:cNvPr>
          <p:cNvSpPr/>
          <p:nvPr/>
        </p:nvSpPr>
        <p:spPr>
          <a:xfrm>
            <a:off x="1188923" y="477410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D6D1FD-8459-388C-E228-5F059C7F2857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230E9B-DADE-A6DE-7D2F-840DB48415B1}"/>
              </a:ext>
            </a:extLst>
          </p:cNvPr>
          <p:cNvSpPr/>
          <p:nvPr/>
        </p:nvSpPr>
        <p:spPr>
          <a:xfrm>
            <a:off x="11029801" y="580559"/>
            <a:ext cx="636144" cy="23046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 b="1"/>
              <a:t>Monitoraggio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6A03ED-3621-F127-45F1-EFAC3DB63B26}"/>
              </a:ext>
            </a:extLst>
          </p:cNvPr>
          <p:cNvSpPr/>
          <p:nvPr/>
        </p:nvSpPr>
        <p:spPr>
          <a:xfrm>
            <a:off x="10285264" y="580559"/>
            <a:ext cx="636144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Censimento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659228-153A-7D24-5621-B1BD1B288408}"/>
              </a:ext>
            </a:extLst>
          </p:cNvPr>
          <p:cNvSpPr txBox="1"/>
          <p:nvPr/>
        </p:nvSpPr>
        <p:spPr>
          <a:xfrm>
            <a:off x="5703047" y="4502757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33F36E11-03DE-9160-0BB6-79AABBCCB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224716"/>
              </p:ext>
            </p:extLst>
          </p:nvPr>
        </p:nvGraphicFramePr>
        <p:xfrm>
          <a:off x="1269761" y="5195875"/>
          <a:ext cx="9752062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895">
                  <a:extLst>
                    <a:ext uri="{9D8B030D-6E8A-4147-A177-3AD203B41FA5}">
                      <a16:colId xmlns:a16="http://schemas.microsoft.com/office/drawing/2014/main" val="415193081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504781026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247161456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287892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140438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S.p.A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s.r.l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E78F4E-5197-83DE-0D95-EEF8E0570690}"/>
              </a:ext>
            </a:extLst>
          </p:cNvPr>
          <p:cNvSpPr txBox="1"/>
          <p:nvPr/>
        </p:nvSpPr>
        <p:spPr>
          <a:xfrm>
            <a:off x="5809546" y="6549551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3268C5-FC4C-9877-10DF-DA1652D68E2C}"/>
              </a:ext>
            </a:extLst>
          </p:cNvPr>
          <p:cNvGrpSpPr/>
          <p:nvPr/>
        </p:nvGrpSpPr>
        <p:grpSpPr>
          <a:xfrm>
            <a:off x="12036725" y="1399988"/>
            <a:ext cx="78980" cy="4877204"/>
            <a:chOff x="11993888" y="4288355"/>
            <a:chExt cx="58608" cy="16601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225D102-0384-565A-2CAA-6468BF9D163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0C5A43C-569E-2C30-506A-83AEFC0D3A65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8C32B65F-F867-48B2-CB30-8CF5F785D4AF}"/>
              </a:ext>
            </a:extLst>
          </p:cNvPr>
          <p:cNvSpPr/>
          <p:nvPr/>
        </p:nvSpPr>
        <p:spPr>
          <a:xfrm>
            <a:off x="1246971" y="2973978"/>
            <a:ext cx="7884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scaduto in piattaforma. Per visualizzare l’elenco completo puoi consultare la pagina dedicata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666757-97FB-0F90-51B5-53FEBE689BE3}"/>
              </a:ext>
            </a:extLst>
          </p:cNvPr>
          <p:cNvSpPr/>
          <p:nvPr/>
        </p:nvSpPr>
        <p:spPr>
          <a:xfrm>
            <a:off x="10235062" y="2989107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4832BD-2656-664D-D4E3-4FD68154B54F}"/>
              </a:ext>
            </a:extLst>
          </p:cNvPr>
          <p:cNvSpPr/>
          <p:nvPr/>
        </p:nvSpPr>
        <p:spPr>
          <a:xfrm>
            <a:off x="1246971" y="4955222"/>
            <a:ext cx="8028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in scadenza  in piattaforma. Per visualizzare l’elenco completo puoi consultare la pagina dedicata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2E05654-9369-2BDB-A5F9-F5B1FBE90ADD}"/>
              </a:ext>
            </a:extLst>
          </p:cNvPr>
          <p:cNvSpPr/>
          <p:nvPr/>
        </p:nvSpPr>
        <p:spPr>
          <a:xfrm>
            <a:off x="10235062" y="4970351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A83CAB1-63AF-6ACE-475C-D2E2D95F38B0}"/>
              </a:ext>
            </a:extLst>
          </p:cNvPr>
          <p:cNvSpPr/>
          <p:nvPr/>
        </p:nvSpPr>
        <p:spPr>
          <a:xfrm rot="1011258">
            <a:off x="9704062" y="4869835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76E7A5-BB1C-8F2A-A950-769987AFF12D}"/>
              </a:ext>
            </a:extLst>
          </p:cNvPr>
          <p:cNvSpPr/>
          <p:nvPr/>
        </p:nvSpPr>
        <p:spPr>
          <a:xfrm>
            <a:off x="1284169" y="1077603"/>
            <a:ext cx="9822988" cy="1566286"/>
          </a:xfrm>
          <a:prstGeom prst="roundRect">
            <a:avLst>
              <a:gd name="adj" fmla="val 8127"/>
            </a:avLst>
          </a:prstGeom>
          <a:solidFill>
            <a:srgbClr val="E8EEF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A66315-A937-6BC6-BF42-9209512FFF5F}"/>
              </a:ext>
            </a:extLst>
          </p:cNvPr>
          <p:cNvSpPr/>
          <p:nvPr/>
        </p:nvSpPr>
        <p:spPr>
          <a:xfrm>
            <a:off x="1355284" y="1057481"/>
            <a:ext cx="9680760" cy="1586407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</a:pPr>
            <a:endParaRPr lang="it-IT" sz="1050">
              <a:solidFill>
                <a:schemeClr val="tx1"/>
              </a:solidFill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00C368B-1541-2FCC-9881-6DEB72973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969996"/>
              </p:ext>
            </p:extLst>
          </p:nvPr>
        </p:nvGraphicFramePr>
        <p:xfrm>
          <a:off x="1676689" y="1521894"/>
          <a:ext cx="1474977" cy="106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CB3279-606E-76AC-3DF6-DBF139B5DC7E}"/>
              </a:ext>
            </a:extLst>
          </p:cNvPr>
          <p:cNvCxnSpPr>
            <a:cxnSpLocks/>
          </p:cNvCxnSpPr>
          <p:nvPr/>
        </p:nvCxnSpPr>
        <p:spPr>
          <a:xfrm>
            <a:off x="7278528" y="1281862"/>
            <a:ext cx="0" cy="117500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C0B4F3F-F5E0-6B3E-2881-1696CBB07E4D}"/>
              </a:ext>
            </a:extLst>
          </p:cNvPr>
          <p:cNvSpPr/>
          <p:nvPr/>
        </p:nvSpPr>
        <p:spPr bwMode="gray">
          <a:xfrm>
            <a:off x="1942267" y="1172695"/>
            <a:ext cx="1358561" cy="2699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it-IT" sz="1200" b="1">
                <a:solidFill>
                  <a:schemeClr val="tx1"/>
                </a:solidFill>
              </a:rPr>
              <a:t>Monitoraggio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56C117E-8D19-E797-C26A-1247F348A67A}"/>
              </a:ext>
            </a:extLst>
          </p:cNvPr>
          <p:cNvSpPr/>
          <p:nvPr/>
        </p:nvSpPr>
        <p:spPr>
          <a:xfrm>
            <a:off x="1896788" y="1214894"/>
            <a:ext cx="113423" cy="192738"/>
          </a:xfrm>
          <a:prstGeom prst="roundRect">
            <a:avLst>
              <a:gd name="adj" fmla="val 8127"/>
            </a:avLst>
          </a:prstGeom>
          <a:solidFill>
            <a:srgbClr val="0076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0BAEB99-717B-76AD-F251-500B8EAEDBF4}"/>
              </a:ext>
            </a:extLst>
          </p:cNvPr>
          <p:cNvSpPr/>
          <p:nvPr/>
        </p:nvSpPr>
        <p:spPr>
          <a:xfrm>
            <a:off x="7851311" y="1479082"/>
            <a:ext cx="2664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Ultimo Aggiornamento COVN0</a:t>
            </a:r>
            <a:r>
              <a:rPr lang="it-IT" sz="900">
                <a:solidFill>
                  <a:schemeClr val="tx1"/>
                </a:solidFill>
              </a:rPr>
              <a:t>: 10/03/2026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9F6111-7BC1-EF3B-FB5B-8784A368B9F9}"/>
              </a:ext>
            </a:extLst>
          </p:cNvPr>
          <p:cNvSpPr/>
          <p:nvPr/>
        </p:nvSpPr>
        <p:spPr>
          <a:xfrm>
            <a:off x="7875522" y="1170537"/>
            <a:ext cx="2114179" cy="272126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100" b="1">
                <a:solidFill>
                  <a:schemeClr val="tx1"/>
                </a:solidFill>
              </a:rPr>
              <a:t>COVN0</a:t>
            </a:r>
            <a:endParaRPr lang="it-IT" sz="105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79A9B9-495B-F940-0F0F-963CEB1BED4B}"/>
              </a:ext>
            </a:extLst>
          </p:cNvPr>
          <p:cNvSpPr/>
          <p:nvPr/>
        </p:nvSpPr>
        <p:spPr>
          <a:xfrm>
            <a:off x="8005757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Aggiorna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C755D6E-B926-6F7F-F302-C0892E395024}"/>
              </a:ext>
            </a:extLst>
          </p:cNvPr>
          <p:cNvSpPr/>
          <p:nvPr/>
        </p:nvSpPr>
        <p:spPr>
          <a:xfrm>
            <a:off x="9412865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Storico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5FE2415-96EF-766F-C65F-0389A5F30538}"/>
              </a:ext>
            </a:extLst>
          </p:cNvPr>
          <p:cNvSpPr/>
          <p:nvPr/>
        </p:nvSpPr>
        <p:spPr>
          <a:xfrm>
            <a:off x="3641303" y="1551820"/>
            <a:ext cx="2704860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in scadenza/da attenzionare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6ABA8DF-F554-2FC4-4C60-53048D329C85}"/>
              </a:ext>
            </a:extLst>
          </p:cNvPr>
          <p:cNvSpPr/>
          <p:nvPr/>
        </p:nvSpPr>
        <p:spPr>
          <a:xfrm>
            <a:off x="3649295" y="1262157"/>
            <a:ext cx="2114179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OK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413FB13-9EB8-1C7B-D51A-3FFE6F14C0C5}"/>
              </a:ext>
            </a:extLst>
          </p:cNvPr>
          <p:cNvSpPr/>
          <p:nvPr/>
        </p:nvSpPr>
        <p:spPr>
          <a:xfrm>
            <a:off x="6231865" y="1307989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80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7EC2A3D-2BDB-5F92-2F0D-31CADD60BF58}"/>
              </a:ext>
            </a:extLst>
          </p:cNvPr>
          <p:cNvCxnSpPr>
            <a:cxnSpLocks/>
          </p:cNvCxnSpPr>
          <p:nvPr/>
        </p:nvCxnSpPr>
        <p:spPr>
          <a:xfrm>
            <a:off x="3613783" y="1339865"/>
            <a:ext cx="0" cy="23467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66714A-9FA1-C902-56CB-A17B0680F078}"/>
              </a:ext>
            </a:extLst>
          </p:cNvPr>
          <p:cNvCxnSpPr>
            <a:cxnSpLocks/>
          </p:cNvCxnSpPr>
          <p:nvPr/>
        </p:nvCxnSpPr>
        <p:spPr>
          <a:xfrm>
            <a:off x="3613783" y="1641283"/>
            <a:ext cx="0" cy="2346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27B6134-BEEE-1F9E-3867-4A6AE7B27183}"/>
              </a:ext>
            </a:extLst>
          </p:cNvPr>
          <p:cNvCxnSpPr>
            <a:cxnSpLocks/>
          </p:cNvCxnSpPr>
          <p:nvPr/>
        </p:nvCxnSpPr>
        <p:spPr>
          <a:xfrm>
            <a:off x="3613783" y="1940928"/>
            <a:ext cx="0" cy="2346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D8DE8BC-F6FC-E4B5-D746-F15E2242D547}"/>
              </a:ext>
            </a:extLst>
          </p:cNvPr>
          <p:cNvCxnSpPr>
            <a:cxnSpLocks/>
          </p:cNvCxnSpPr>
          <p:nvPr/>
        </p:nvCxnSpPr>
        <p:spPr>
          <a:xfrm>
            <a:off x="3613783" y="2258253"/>
            <a:ext cx="0" cy="23467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98893C4-B905-688E-C15A-734DF7CC3BE1}"/>
              </a:ext>
            </a:extLst>
          </p:cNvPr>
          <p:cNvSpPr/>
          <p:nvPr/>
        </p:nvSpPr>
        <p:spPr>
          <a:xfrm>
            <a:off x="3641303" y="1855677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KO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C390BBC-1FB7-2DCA-F68E-EB4DF8A434FD}"/>
              </a:ext>
            </a:extLst>
          </p:cNvPr>
          <p:cNvSpPr/>
          <p:nvPr/>
        </p:nvSpPr>
        <p:spPr>
          <a:xfrm>
            <a:off x="3641303" y="2212855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Concluse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018B072-F3CC-1113-F4A2-D25B2A882191}"/>
              </a:ext>
            </a:extLst>
          </p:cNvPr>
          <p:cNvSpPr/>
          <p:nvPr/>
        </p:nvSpPr>
        <p:spPr>
          <a:xfrm>
            <a:off x="6231865" y="1606807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B81BFF9-ACC5-14B9-657C-C6DB5A39DC50}"/>
              </a:ext>
            </a:extLst>
          </p:cNvPr>
          <p:cNvSpPr/>
          <p:nvPr/>
        </p:nvSpPr>
        <p:spPr>
          <a:xfrm>
            <a:off x="6231865" y="1896985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AD26D2F-97EE-5C94-E577-848A66D198F6}"/>
              </a:ext>
            </a:extLst>
          </p:cNvPr>
          <p:cNvSpPr/>
          <p:nvPr/>
        </p:nvSpPr>
        <p:spPr>
          <a:xfrm>
            <a:off x="6231865" y="2266176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03191802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B067-06FD-C8D4-1B32-721121417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CA8EC61-EAF5-F6BE-DB35-78160A840B47}"/>
              </a:ext>
            </a:extLst>
          </p:cNvPr>
          <p:cNvSpPr txBox="1"/>
          <p:nvPr/>
        </p:nvSpPr>
        <p:spPr>
          <a:xfrm>
            <a:off x="1369897" y="759923"/>
            <a:ext cx="2767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Totali: </a:t>
            </a:r>
            <a:r>
              <a:rPr lang="it-IT" sz="1400" b="1"/>
              <a:t>21</a:t>
            </a:r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15EF5-85FE-01B4-81AC-23C07B1B6CBA}"/>
              </a:ext>
            </a:extLst>
          </p:cNvPr>
          <p:cNvSpPr txBox="1"/>
          <p:nvPr/>
        </p:nvSpPr>
        <p:spPr>
          <a:xfrm>
            <a:off x="1369897" y="448310"/>
            <a:ext cx="4726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Monitoraggi In Scadenza/  da Attenzionare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DE1690-BDE9-7ED9-6A6C-A2A5D315706C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F33083-ECD8-503C-450D-7A3ABC8BDFC1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C21016-9ED5-4F88-CA53-D941F2C8C5DF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1431BF2-9DDA-A045-72A1-BB29B831147A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6439E4D8-0C72-3AAC-637F-90DE4494DE5C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BCEBC6E-C8A1-901B-1588-3E3EE07EFFC4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DCA4DDB-72B6-84A5-8CBD-C6A982F9FDB6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0A37F55-96C4-181F-2D8E-B295BC665A8A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3FE6567-9C04-7F59-A6F8-308232CB715A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D171FFD8-7E5A-2327-02C7-1411F10958D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A6E639FC-4C80-8C2A-4EF3-1034BA591EC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1D6B9331-438E-F565-D566-08B4371772D4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3A3D66-7D58-B2CE-3B29-AFF323964949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454792-3FA2-81D6-7860-9DE80081AC0B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909EA8-3F89-EF69-1860-CAD9F68E6443}"/>
              </a:ext>
            </a:extLst>
          </p:cNvPr>
          <p:cNvSpPr txBox="1"/>
          <p:nvPr/>
        </p:nvSpPr>
        <p:spPr>
          <a:xfrm>
            <a:off x="6285663" y="6623383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6E451E-AD34-F228-564F-37563FDB2040}"/>
              </a:ext>
            </a:extLst>
          </p:cNvPr>
          <p:cNvGrpSpPr/>
          <p:nvPr/>
        </p:nvGrpSpPr>
        <p:grpSpPr>
          <a:xfrm>
            <a:off x="12036725" y="1399988"/>
            <a:ext cx="78980" cy="4877204"/>
            <a:chOff x="11993888" y="4288355"/>
            <a:chExt cx="58608" cy="16601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248330A-A7E5-FB50-BCC6-68349E69DF59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860FFF-19FC-FA21-BF26-962B5B812E2C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DB3CA71-2045-86AD-7F60-56C9A8792F1F}"/>
              </a:ext>
            </a:extLst>
          </p:cNvPr>
          <p:cNvSpPr/>
          <p:nvPr/>
        </p:nvSpPr>
        <p:spPr>
          <a:xfrm>
            <a:off x="1369897" y="1009981"/>
            <a:ext cx="7884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tx1"/>
                </a:solidFill>
              </a:rPr>
              <a:t>Nella presente sezione hai visibilità dell’elenco completo dei monitoraggi delle pratiche che risultano in scadenza in piattaforma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A1AEF0-A74D-D81B-FAB8-1A727FF50392}"/>
              </a:ext>
            </a:extLst>
          </p:cNvPr>
          <p:cNvSpPr/>
          <p:nvPr/>
        </p:nvSpPr>
        <p:spPr>
          <a:xfrm>
            <a:off x="1335741" y="1326883"/>
            <a:ext cx="10543023" cy="1437290"/>
          </a:xfrm>
          <a:prstGeom prst="roundRect">
            <a:avLst>
              <a:gd name="adj" fmla="val 7879"/>
            </a:avLst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EDDF51-2F40-8F57-FE6E-B83F79EBFD9E}"/>
              </a:ext>
            </a:extLst>
          </p:cNvPr>
          <p:cNvSpPr/>
          <p:nvPr/>
        </p:nvSpPr>
        <p:spPr>
          <a:xfrm>
            <a:off x="1495020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UTENTE BANCA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F0E8AC-FCA6-33D6-2785-481C6EC93742}"/>
              </a:ext>
            </a:extLst>
          </p:cNvPr>
          <p:cNvSpPr/>
          <p:nvPr/>
        </p:nvSpPr>
        <p:spPr>
          <a:xfrm>
            <a:off x="1495020" y="1628379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Utente Banca…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55907-89E1-7946-24A1-D6637A4E6888}"/>
              </a:ext>
            </a:extLst>
          </p:cNvPr>
          <p:cNvSpPr/>
          <p:nvPr/>
        </p:nvSpPr>
        <p:spPr>
          <a:xfrm>
            <a:off x="4808793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Tracking ID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2E1BC5-8344-8EEC-11F5-FC6FBC7F00E4}"/>
              </a:ext>
            </a:extLst>
          </p:cNvPr>
          <p:cNvSpPr/>
          <p:nvPr/>
        </p:nvSpPr>
        <p:spPr>
          <a:xfrm>
            <a:off x="4808793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ID  censimento…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F43BA9-8E48-3DEF-CDD5-4D13F4C409FB}"/>
              </a:ext>
            </a:extLst>
          </p:cNvPr>
          <p:cNvSpPr/>
          <p:nvPr/>
        </p:nvSpPr>
        <p:spPr>
          <a:xfrm>
            <a:off x="7209248" y="1415038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Nome Deal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2085F41-9024-3129-A41E-9E79DA7A5F87}"/>
              </a:ext>
            </a:extLst>
          </p:cNvPr>
          <p:cNvSpPr/>
          <p:nvPr/>
        </p:nvSpPr>
        <p:spPr>
          <a:xfrm>
            <a:off x="7209248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Nome Deal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E9C04B-E369-456B-3C6D-034AEECA398B}"/>
              </a:ext>
            </a:extLst>
          </p:cNvPr>
          <p:cNvSpPr/>
          <p:nvPr/>
        </p:nvSpPr>
        <p:spPr>
          <a:xfrm>
            <a:off x="9609703" y="1415038"/>
            <a:ext cx="1980000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ID Evento di Monitoraggio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5363900-275B-AFFB-BA03-106503DD0CE9}"/>
              </a:ext>
            </a:extLst>
          </p:cNvPr>
          <p:cNvSpPr/>
          <p:nvPr/>
        </p:nvSpPr>
        <p:spPr>
          <a:xfrm>
            <a:off x="9609703" y="1628379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Carca per semaforo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469167-6831-84FE-5EFD-D719A79C7432}"/>
              </a:ext>
            </a:extLst>
          </p:cNvPr>
          <p:cNvSpPr/>
          <p:nvPr/>
        </p:nvSpPr>
        <p:spPr>
          <a:xfrm>
            <a:off x="1495020" y="2486977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Applica filtri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A5A1D58-5EC3-3532-8302-D7D0136AC197}"/>
              </a:ext>
            </a:extLst>
          </p:cNvPr>
          <p:cNvSpPr/>
          <p:nvPr/>
        </p:nvSpPr>
        <p:spPr>
          <a:xfrm>
            <a:off x="2426136" y="2486977"/>
            <a:ext cx="841470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>
                <a:solidFill>
                  <a:srgbClr val="0076A8"/>
                </a:solidFill>
              </a:rPr>
              <a:t>Resetta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3969C8F-6513-AFB3-DB01-23237A444442}"/>
              </a:ext>
            </a:extLst>
          </p:cNvPr>
          <p:cNvSpPr/>
          <p:nvPr/>
        </p:nvSpPr>
        <p:spPr>
          <a:xfrm>
            <a:off x="9823123" y="1029091"/>
            <a:ext cx="841470" cy="214417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/>
              <a:t>Scarica Report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3236228-E594-42E2-E250-739C4785932D}"/>
              </a:ext>
            </a:extLst>
          </p:cNvPr>
          <p:cNvSpPr/>
          <p:nvPr/>
        </p:nvSpPr>
        <p:spPr>
          <a:xfrm>
            <a:off x="10717066" y="1029091"/>
            <a:ext cx="841470" cy="214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>
                <a:solidFill>
                  <a:schemeClr val="tx1"/>
                </a:solidFill>
              </a:rPr>
              <a:t>Indietro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2315958-D7A7-2F1F-DB4E-F005DAF07BA8}"/>
              </a:ext>
            </a:extLst>
          </p:cNvPr>
          <p:cNvSpPr/>
          <p:nvPr/>
        </p:nvSpPr>
        <p:spPr>
          <a:xfrm>
            <a:off x="1495020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CERCA Tipologia Pratica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E9049B3-881F-2944-B53C-66E65C2B0B3D}"/>
              </a:ext>
            </a:extLst>
          </p:cNvPr>
          <p:cNvSpPr/>
          <p:nvPr/>
        </p:nvSpPr>
        <p:spPr>
          <a:xfrm>
            <a:off x="1495020" y="2137620"/>
            <a:ext cx="3023099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Seleziona Tipologia Pratica…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2828CD1-923D-733E-B78F-692A0D5210BE}"/>
              </a:ext>
            </a:extLst>
          </p:cNvPr>
          <p:cNvSpPr/>
          <p:nvPr/>
        </p:nvSpPr>
        <p:spPr>
          <a:xfrm>
            <a:off x="4793301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Giorni al prossimo monitoraggio a partire da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5C7F483-EC4B-7DE4-9330-259BFDC4E0C3}"/>
              </a:ext>
            </a:extLst>
          </p:cNvPr>
          <p:cNvSpPr/>
          <p:nvPr/>
        </p:nvSpPr>
        <p:spPr>
          <a:xfrm>
            <a:off x="4793301" y="2137620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Inserisci Giorni al prossimo monitoraggio a partire da…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18CEA3-FF64-128E-9F13-A41FA89ED0CB}"/>
              </a:ext>
            </a:extLst>
          </p:cNvPr>
          <p:cNvSpPr/>
          <p:nvPr/>
        </p:nvSpPr>
        <p:spPr>
          <a:xfrm>
            <a:off x="7193756" y="1924279"/>
            <a:ext cx="1477362" cy="173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>
                <a:solidFill>
                  <a:schemeClr val="tx1"/>
                </a:solidFill>
              </a:rPr>
              <a:t>Giorni al prossimo monitoraggio fino a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DCBCD695-AE8E-48EC-977D-08393FC6C171}"/>
              </a:ext>
            </a:extLst>
          </p:cNvPr>
          <p:cNvSpPr/>
          <p:nvPr/>
        </p:nvSpPr>
        <p:spPr>
          <a:xfrm>
            <a:off x="7193756" y="2137620"/>
            <a:ext cx="2109781" cy="229513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800" i="1">
                <a:solidFill>
                  <a:schemeClr val="bg1">
                    <a:lumMod val="50000"/>
                  </a:schemeClr>
                </a:solidFill>
              </a:rPr>
              <a:t>Inserisci Giorni al prossimo monitoraggio fino a…</a:t>
            </a:r>
            <a:endParaRPr lang="it-IT" sz="6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1C5545FD-9220-123F-2092-AE5B39598660}"/>
              </a:ext>
            </a:extLst>
          </p:cNvPr>
          <p:cNvSpPr/>
          <p:nvPr/>
        </p:nvSpPr>
        <p:spPr>
          <a:xfrm rot="10800000">
            <a:off x="4267206" y="2157811"/>
            <a:ext cx="121920" cy="168429"/>
          </a:xfrm>
          <a:prstGeom prst="triangl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B0BE835C-D45D-2D41-06F9-21834131B2B5}"/>
              </a:ext>
            </a:extLst>
          </p:cNvPr>
          <p:cNvSpPr/>
          <p:nvPr/>
        </p:nvSpPr>
        <p:spPr>
          <a:xfrm rot="1011258">
            <a:off x="10611762" y="84118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36B918-6E61-0DA0-6200-58F9859AD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22092"/>
              </p:ext>
            </p:extLst>
          </p:nvPr>
        </p:nvGraphicFramePr>
        <p:xfrm>
          <a:off x="1335740" y="2823488"/>
          <a:ext cx="10222795" cy="3413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82948">
                  <a:extLst>
                    <a:ext uri="{9D8B030D-6E8A-4147-A177-3AD203B41FA5}">
                      <a16:colId xmlns:a16="http://schemas.microsoft.com/office/drawing/2014/main" val="2751642297"/>
                    </a:ext>
                  </a:extLst>
                </a:gridCol>
                <a:gridCol w="782948">
                  <a:extLst>
                    <a:ext uri="{9D8B030D-6E8A-4147-A177-3AD203B41FA5}">
                      <a16:colId xmlns:a16="http://schemas.microsoft.com/office/drawing/2014/main" val="3487389372"/>
                    </a:ext>
                  </a:extLst>
                </a:gridCol>
                <a:gridCol w="782948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82948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82948">
                  <a:extLst>
                    <a:ext uri="{9D8B030D-6E8A-4147-A177-3AD203B41FA5}">
                      <a16:colId xmlns:a16="http://schemas.microsoft.com/office/drawing/2014/main" val="2955605789"/>
                    </a:ext>
                  </a:extLst>
                </a:gridCol>
                <a:gridCol w="782948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89301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287892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140438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S.p.A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s.r.l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094163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9058632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786457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084673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704683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Gearing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308601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434269"/>
                  </a:ext>
                </a:extLst>
              </a:tr>
            </a:tbl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214935978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CE56-BD53-318B-25C5-D1CA6B95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2F1F436-F002-9393-0423-9A23BEAE98E4}"/>
              </a:ext>
            </a:extLst>
          </p:cNvPr>
          <p:cNvSpPr txBox="1"/>
          <p:nvPr/>
        </p:nvSpPr>
        <p:spPr>
          <a:xfrm>
            <a:off x="1369897" y="70718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/>
              <a:t>Pratiche totali: </a:t>
            </a:r>
            <a:r>
              <a:rPr lang="it-IT" b="1">
                <a:solidFill>
                  <a:schemeClr val="tx1"/>
                </a:solidFill>
              </a:rPr>
              <a:t>119</a:t>
            </a:r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FDEB0B-EC80-9C4A-C810-128695BA1B00}"/>
              </a:ext>
            </a:extLst>
          </p:cNvPr>
          <p:cNvSpPr txBox="1"/>
          <p:nvPr/>
        </p:nvSpPr>
        <p:spPr>
          <a:xfrm>
            <a:off x="1369897" y="448310"/>
            <a:ext cx="2767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>
                <a:solidFill>
                  <a:schemeClr val="tx1"/>
                </a:solidFill>
              </a:rPr>
              <a:t>Dashboard Monitoraggio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D1F356-FB38-7248-7C4C-55F5D087E80B}"/>
              </a:ext>
            </a:extLst>
          </p:cNvPr>
          <p:cNvSpPr/>
          <p:nvPr/>
        </p:nvSpPr>
        <p:spPr>
          <a:xfrm>
            <a:off x="0" y="0"/>
            <a:ext cx="1246094" cy="685799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7BEBF0-E325-8B54-2371-2950FE29878F}"/>
              </a:ext>
            </a:extLst>
          </p:cNvPr>
          <p:cNvSpPr/>
          <p:nvPr/>
        </p:nvSpPr>
        <p:spPr>
          <a:xfrm>
            <a:off x="1" y="1133629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ysClr val="windowText" lastClr="000000"/>
                </a:solidFill>
              </a:rPr>
              <a:t>Pratiche Monitoraggio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AFB63E-B98D-1B71-ED94-3350E35F4D0F}"/>
              </a:ext>
            </a:extLst>
          </p:cNvPr>
          <p:cNvSpPr/>
          <p:nvPr/>
        </p:nvSpPr>
        <p:spPr>
          <a:xfrm>
            <a:off x="0" y="0"/>
            <a:ext cx="12192000" cy="376518"/>
          </a:xfrm>
          <a:prstGeom prst="rect">
            <a:avLst/>
          </a:prstGeom>
          <a:solidFill>
            <a:srgbClr val="3F8F94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5519FE-9AA5-0A03-037E-7337A28C90CA}"/>
              </a:ext>
            </a:extLst>
          </p:cNvPr>
          <p:cNvSpPr/>
          <p:nvPr/>
        </p:nvSpPr>
        <p:spPr>
          <a:xfrm>
            <a:off x="362857" y="58911"/>
            <a:ext cx="1567543" cy="251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bg1"/>
                </a:solidFill>
              </a:rPr>
              <a:t>Agency Desk</a:t>
            </a: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1FCC45E4-52BD-9FDB-8122-A3F05B00DD4F}"/>
              </a:ext>
            </a:extLst>
          </p:cNvPr>
          <p:cNvSpPr/>
          <p:nvPr/>
        </p:nvSpPr>
        <p:spPr>
          <a:xfrm>
            <a:off x="11824661" y="66375"/>
            <a:ext cx="225356" cy="224572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800"/>
              <a:t>CL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8BFFB1D-F65B-63E0-93ED-E3002341BDA0}"/>
              </a:ext>
            </a:extLst>
          </p:cNvPr>
          <p:cNvGrpSpPr/>
          <p:nvPr/>
        </p:nvGrpSpPr>
        <p:grpSpPr>
          <a:xfrm>
            <a:off x="142739" y="124339"/>
            <a:ext cx="180000" cy="120556"/>
            <a:chOff x="142739" y="126619"/>
            <a:chExt cx="180000" cy="12055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AEF6B8-251E-3140-7596-2C5D3461D450}"/>
                </a:ext>
              </a:extLst>
            </p:cNvPr>
            <p:cNvCxnSpPr/>
            <p:nvPr/>
          </p:nvCxnSpPr>
          <p:spPr>
            <a:xfrm>
              <a:off x="142739" y="126619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143BA99-F78D-62ED-B690-321B82F9FE3B}"/>
                </a:ext>
              </a:extLst>
            </p:cNvPr>
            <p:cNvCxnSpPr/>
            <p:nvPr/>
          </p:nvCxnSpPr>
          <p:spPr>
            <a:xfrm>
              <a:off x="142739" y="186897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6CFE73-06F3-2C1D-1D54-6A4AB5471B9D}"/>
                </a:ext>
              </a:extLst>
            </p:cNvPr>
            <p:cNvCxnSpPr/>
            <p:nvPr/>
          </p:nvCxnSpPr>
          <p:spPr>
            <a:xfrm>
              <a:off x="142739" y="247175"/>
              <a:ext cx="18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8" name="Graphic 57" descr="Ringer outline">
            <a:extLst>
              <a:ext uri="{FF2B5EF4-FFF2-40B4-BE49-F238E27FC236}">
                <a16:creationId xmlns:a16="http://schemas.microsoft.com/office/drawing/2014/main" id="{DF205938-5A9E-9B81-1ABB-13F84CE572E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1199" y="64227"/>
            <a:ext cx="248064" cy="248064"/>
          </a:xfrm>
          <a:prstGeom prst="rect">
            <a:avLst/>
          </a:prstGeom>
        </p:spPr>
      </p:pic>
      <p:pic>
        <p:nvPicPr>
          <p:cNvPr id="59" name="Graphic 58" descr="Question Mark with solid fill">
            <a:extLst>
              <a:ext uri="{FF2B5EF4-FFF2-40B4-BE49-F238E27FC236}">
                <a16:creationId xmlns:a16="http://schemas.microsoft.com/office/drawing/2014/main" id="{E11521A2-91A7-9452-C99C-FB07316A01A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9801" y="80259"/>
            <a:ext cx="216000" cy="216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7407CD2E-0EF5-68EB-4DE5-4CEF6331B0A8}"/>
              </a:ext>
            </a:extLst>
          </p:cNvPr>
          <p:cNvSpPr/>
          <p:nvPr/>
        </p:nvSpPr>
        <p:spPr>
          <a:xfrm>
            <a:off x="1" y="757111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>
                <a:solidFill>
                  <a:sysClr val="windowText" lastClr="000000"/>
                </a:solidFill>
              </a:rPr>
              <a:t>Pratiche Censimento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245E7E3-542A-902D-53BD-C8E5DC667EDD}"/>
              </a:ext>
            </a:extLst>
          </p:cNvPr>
          <p:cNvSpPr/>
          <p:nvPr/>
        </p:nvSpPr>
        <p:spPr>
          <a:xfrm>
            <a:off x="1" y="380593"/>
            <a:ext cx="1246094" cy="376518"/>
          </a:xfrm>
          <a:prstGeom prst="rect">
            <a:avLst/>
          </a:prstGeom>
          <a:solidFill>
            <a:schemeClr val="bg1"/>
          </a:solidFill>
          <a:ln w="19050">
            <a:solidFill>
              <a:srgbClr val="3F8F94"/>
            </a:solidFill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it-IT" sz="800" b="1">
                <a:solidFill>
                  <a:schemeClr val="tx1"/>
                </a:solidFill>
              </a:rPr>
              <a:t>Dashboard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3B621E-09BF-16F0-9C41-9F93991BE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03641"/>
              </p:ext>
            </p:extLst>
          </p:nvPr>
        </p:nvGraphicFramePr>
        <p:xfrm>
          <a:off x="1269761" y="3207357"/>
          <a:ext cx="9752062" cy="1188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895">
                  <a:extLst>
                    <a:ext uri="{9D8B030D-6E8A-4147-A177-3AD203B41FA5}">
                      <a16:colId xmlns:a16="http://schemas.microsoft.com/office/drawing/2014/main" val="3449954055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627515482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3415069352"/>
                    </a:ext>
                  </a:extLst>
                </a:gridCol>
                <a:gridCol w="746895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199289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di ritardo 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0993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</a:t>
                      </a:r>
                      <a:r>
                        <a:rPr lang="it-IT" sz="600" err="1"/>
                        <a:t>s.r.l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Scaduto 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848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Fuori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Ignora Soglia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0DD53AB-2654-0EC9-8C71-AA747BCD68F4}"/>
              </a:ext>
            </a:extLst>
          </p:cNvPr>
          <p:cNvSpPr/>
          <p:nvPr/>
        </p:nvSpPr>
        <p:spPr>
          <a:xfrm>
            <a:off x="1209575" y="2764271"/>
            <a:ext cx="2388501" cy="205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Scaduti/Fuori Soglia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87F0EA-965E-25BF-8FB6-5AFFF069DBB4}"/>
              </a:ext>
            </a:extLst>
          </p:cNvPr>
          <p:cNvSpPr/>
          <p:nvPr/>
        </p:nvSpPr>
        <p:spPr>
          <a:xfrm>
            <a:off x="1188923" y="4774102"/>
            <a:ext cx="2078824" cy="151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>
                <a:solidFill>
                  <a:schemeClr val="tx1"/>
                </a:solidFill>
              </a:rPr>
              <a:t>Monitoraggi in Scadenza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C5B57B-58A3-53DA-7690-8E2FCF7023F7}"/>
              </a:ext>
            </a:extLst>
          </p:cNvPr>
          <p:cNvSpPr/>
          <p:nvPr/>
        </p:nvSpPr>
        <p:spPr>
          <a:xfrm>
            <a:off x="-1" y="1510147"/>
            <a:ext cx="1246094" cy="37651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127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>
                <a:solidFill>
                  <a:schemeClr val="tx1"/>
                </a:solidFill>
              </a:rPr>
              <a:t>Aggiornamento Mailing List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37717D-3619-9EAD-934B-EED2D657FEC7}"/>
              </a:ext>
            </a:extLst>
          </p:cNvPr>
          <p:cNvSpPr/>
          <p:nvPr/>
        </p:nvSpPr>
        <p:spPr>
          <a:xfrm>
            <a:off x="11029801" y="580559"/>
            <a:ext cx="636144" cy="230469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700" b="1"/>
              <a:t>Monitoraggio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193E674-5908-BE87-03A6-B9223F9C3E92}"/>
              </a:ext>
            </a:extLst>
          </p:cNvPr>
          <p:cNvSpPr/>
          <p:nvPr/>
        </p:nvSpPr>
        <p:spPr>
          <a:xfrm>
            <a:off x="10285264" y="580559"/>
            <a:ext cx="636144" cy="21441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0076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600">
                <a:solidFill>
                  <a:srgbClr val="0076A8"/>
                </a:solidFill>
              </a:rPr>
              <a:t>Censimento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5C629B-8DB6-7F4C-977B-134DE26A1A43}"/>
              </a:ext>
            </a:extLst>
          </p:cNvPr>
          <p:cNvSpPr txBox="1"/>
          <p:nvPr/>
        </p:nvSpPr>
        <p:spPr>
          <a:xfrm>
            <a:off x="5703047" y="4502757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B411F8D-EFC2-35E0-9A47-7F7AD30AF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85792"/>
              </p:ext>
            </p:extLst>
          </p:nvPr>
        </p:nvGraphicFramePr>
        <p:xfrm>
          <a:off x="1269760" y="5195875"/>
          <a:ext cx="9752056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46894">
                  <a:extLst>
                    <a:ext uri="{9D8B030D-6E8A-4147-A177-3AD203B41FA5}">
                      <a16:colId xmlns:a16="http://schemas.microsoft.com/office/drawing/2014/main" val="231797586"/>
                    </a:ext>
                  </a:extLst>
                </a:gridCol>
                <a:gridCol w="746894">
                  <a:extLst>
                    <a:ext uri="{9D8B030D-6E8A-4147-A177-3AD203B41FA5}">
                      <a16:colId xmlns:a16="http://schemas.microsoft.com/office/drawing/2014/main" val="3276907017"/>
                    </a:ext>
                  </a:extLst>
                </a:gridCol>
                <a:gridCol w="746894">
                  <a:extLst>
                    <a:ext uri="{9D8B030D-6E8A-4147-A177-3AD203B41FA5}">
                      <a16:colId xmlns:a16="http://schemas.microsoft.com/office/drawing/2014/main" val="1455588198"/>
                    </a:ext>
                  </a:extLst>
                </a:gridCol>
                <a:gridCol w="746894">
                  <a:extLst>
                    <a:ext uri="{9D8B030D-6E8A-4147-A177-3AD203B41FA5}">
                      <a16:colId xmlns:a16="http://schemas.microsoft.com/office/drawing/2014/main" val="111760023"/>
                    </a:ext>
                  </a:extLst>
                </a:gridCol>
                <a:gridCol w="746894">
                  <a:extLst>
                    <a:ext uri="{9D8B030D-6E8A-4147-A177-3AD203B41FA5}">
                      <a16:colId xmlns:a16="http://schemas.microsoft.com/office/drawing/2014/main" val="2946818401"/>
                    </a:ext>
                  </a:extLst>
                </a:gridCol>
                <a:gridCol w="746894">
                  <a:extLst>
                    <a:ext uri="{9D8B030D-6E8A-4147-A177-3AD203B41FA5}">
                      <a16:colId xmlns:a16="http://schemas.microsoft.com/office/drawing/2014/main" val="617943228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8022086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122064001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281392349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178735125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3950454767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2761421753"/>
                    </a:ext>
                  </a:extLst>
                </a:gridCol>
                <a:gridCol w="752956">
                  <a:extLst>
                    <a:ext uri="{9D8B030D-6E8A-4147-A177-3AD203B41FA5}">
                      <a16:colId xmlns:a16="http://schemas.microsoft.com/office/drawing/2014/main" val="4216899351"/>
                    </a:ext>
                  </a:extLst>
                </a:gridCol>
              </a:tblGrid>
              <a:tr h="287892"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Pratica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Tracking ID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Deal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Banca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Utente Deloitte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5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 Pratica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Tipologia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 Evento di Monitoraggio </a:t>
                      </a:r>
                      <a:r>
                        <a:rPr lang="it-IT" sz="3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di riferimento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Scadenza Monitoraggio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Giorni al prossimo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Stato Evento di Monitoraggio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Azione</a:t>
                      </a:r>
                      <a:r>
                        <a:rPr lang="it-IT" sz="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it-IT" sz="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49295"/>
                  </a:ext>
                </a:extLst>
              </a:tr>
              <a:tr h="140438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001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Banca Nuova </a:t>
                      </a:r>
                      <a:r>
                        <a:rPr lang="it-IT" sz="600" err="1"/>
                        <a:t>S.p.A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Leverage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Prat001Cov2M4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14/02/2025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14/03/2025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326472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Gentrification </a:t>
                      </a:r>
                      <a:r>
                        <a:rPr lang="it-IT" sz="600" err="1"/>
                        <a:t>s.r.l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Leveragio</a:t>
                      </a:r>
                      <a:endParaRPr lang="it-IT" sz="600"/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Prat002Obb3M2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14/05/2025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14/06/2025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183744"/>
                  </a:ext>
                </a:extLst>
              </a:tr>
              <a:tr h="215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003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600"/>
                        <a:t>Agricola Spqr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it-IT" sz="500" kern="1200" err="1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Marioverdi@isp-it</a:t>
                      </a:r>
                      <a:endParaRPr lang="it-IT" sz="500" kern="120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u="none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mverdi@deloitte.it</a:t>
                      </a:r>
                      <a:endParaRPr lang="it-IT" sz="500" u="none" kern="1200" noProof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500" kern="1200" noProof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Banca Agente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 err="1"/>
                        <a:t>Gearing</a:t>
                      </a:r>
                      <a:r>
                        <a:rPr lang="it-IT" sz="600"/>
                        <a:t> Ratio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600"/>
                        <a:t>Prat003Cov4M10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14/08/2025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700"/>
                        <a:t>14/09/2025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it-IT" sz="500" kern="120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01600" marR="101600" marT="50800" marB="50800"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kern="120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●</a:t>
                      </a:r>
                      <a:r>
                        <a:rPr lang="it-IT" sz="700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600"/>
                        <a:t>Monitoraggio  In scadenza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700" b="1" u="sng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Salta monitoraggio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5082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D49021F4-1069-EA62-9267-304F054CE30F}"/>
              </a:ext>
            </a:extLst>
          </p:cNvPr>
          <p:cNvSpPr txBox="1"/>
          <p:nvPr/>
        </p:nvSpPr>
        <p:spPr>
          <a:xfrm>
            <a:off x="5809546" y="6508455"/>
            <a:ext cx="67733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">
                <a:solidFill>
                  <a:schemeClr val="tx2"/>
                </a:solidFill>
              </a:rPr>
              <a:t>&lt;&lt; Pagina 1&gt;&gt;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F371DE-314C-94E4-A4CB-A3E99944D92C}"/>
              </a:ext>
            </a:extLst>
          </p:cNvPr>
          <p:cNvGrpSpPr/>
          <p:nvPr/>
        </p:nvGrpSpPr>
        <p:grpSpPr>
          <a:xfrm>
            <a:off x="12036725" y="1399988"/>
            <a:ext cx="78980" cy="4877204"/>
            <a:chOff x="11993888" y="4288355"/>
            <a:chExt cx="58608" cy="166013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7B36198-F5A0-E79B-D319-9BCB6A00E1E1}"/>
                </a:ext>
              </a:extLst>
            </p:cNvPr>
            <p:cNvSpPr/>
            <p:nvPr/>
          </p:nvSpPr>
          <p:spPr>
            <a:xfrm>
              <a:off x="12012577" y="4292486"/>
              <a:ext cx="25200" cy="165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45C2C4-9C8E-1281-0F1B-01787721A229}"/>
                </a:ext>
              </a:extLst>
            </p:cNvPr>
            <p:cNvSpPr/>
            <p:nvPr/>
          </p:nvSpPr>
          <p:spPr>
            <a:xfrm>
              <a:off x="11993888" y="4288355"/>
              <a:ext cx="58608" cy="1055305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12182B3-3693-BCEA-293C-C3CA5AB198A6}"/>
              </a:ext>
            </a:extLst>
          </p:cNvPr>
          <p:cNvSpPr/>
          <p:nvPr/>
        </p:nvSpPr>
        <p:spPr>
          <a:xfrm>
            <a:off x="1246971" y="2973978"/>
            <a:ext cx="7884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scadute in piattaforma. Per visualizzare l’elenco completo puoi consultare la pagina dedicata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E207DA-C3D3-8B32-CDE1-351913ECA2B4}"/>
              </a:ext>
            </a:extLst>
          </p:cNvPr>
          <p:cNvSpPr/>
          <p:nvPr/>
        </p:nvSpPr>
        <p:spPr>
          <a:xfrm>
            <a:off x="10235062" y="2989107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F806FF-5955-1B2D-32F5-6102419DF314}"/>
              </a:ext>
            </a:extLst>
          </p:cNvPr>
          <p:cNvSpPr/>
          <p:nvPr/>
        </p:nvSpPr>
        <p:spPr>
          <a:xfrm>
            <a:off x="1246971" y="4955222"/>
            <a:ext cx="8028000" cy="2406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700" i="1">
                <a:solidFill>
                  <a:schemeClr val="tx1"/>
                </a:solidFill>
              </a:rPr>
              <a:t>Nella tabella seguente hai visibilità dei monitoraggi delle pratiche che risultano in scadenza  in piattaforma. Per visualizzare l’elenco completo puoi consultare la pagina dedicata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875711-516A-74E4-954F-3A68C5CDC67A}"/>
              </a:ext>
            </a:extLst>
          </p:cNvPr>
          <p:cNvSpPr/>
          <p:nvPr/>
        </p:nvSpPr>
        <p:spPr>
          <a:xfrm>
            <a:off x="10235062" y="4970351"/>
            <a:ext cx="786765" cy="2103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u="sng">
                <a:solidFill>
                  <a:srgbClr val="3F8F94"/>
                </a:solidFill>
              </a:rPr>
              <a:t>Vedi tutte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DB2F90D-0C00-F1E5-6774-58746C0EEA48}"/>
              </a:ext>
            </a:extLst>
          </p:cNvPr>
          <p:cNvSpPr/>
          <p:nvPr/>
        </p:nvSpPr>
        <p:spPr>
          <a:xfrm rot="1011258">
            <a:off x="11495013" y="2852261"/>
            <a:ext cx="569143" cy="167502"/>
          </a:xfrm>
          <a:prstGeom prst="rightArrow">
            <a:avLst/>
          </a:prstGeom>
          <a:solidFill>
            <a:schemeClr val="bg1"/>
          </a:solidFill>
          <a:ln w="6350">
            <a:prstDash val="sysDash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1F15D1-D741-BAA5-AE23-E9B3D11F29D2}"/>
              </a:ext>
            </a:extLst>
          </p:cNvPr>
          <p:cNvSpPr/>
          <p:nvPr/>
        </p:nvSpPr>
        <p:spPr>
          <a:xfrm>
            <a:off x="1284169" y="1077603"/>
            <a:ext cx="9822988" cy="1566286"/>
          </a:xfrm>
          <a:prstGeom prst="roundRect">
            <a:avLst>
              <a:gd name="adj" fmla="val 8127"/>
            </a:avLst>
          </a:prstGeom>
          <a:solidFill>
            <a:srgbClr val="E8EEF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101124-3747-5F88-DF41-77F81A3E221C}"/>
              </a:ext>
            </a:extLst>
          </p:cNvPr>
          <p:cNvSpPr/>
          <p:nvPr/>
        </p:nvSpPr>
        <p:spPr>
          <a:xfrm>
            <a:off x="1355284" y="1057481"/>
            <a:ext cx="9680760" cy="1586407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endParaRPr lang="it-IT" sz="105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</a:pPr>
            <a:endParaRPr lang="it-IT" sz="1050">
              <a:solidFill>
                <a:schemeClr val="tx1"/>
              </a:solidFill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B654ADF-F885-73A7-C9CF-C0187545B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969996"/>
              </p:ext>
            </p:extLst>
          </p:nvPr>
        </p:nvGraphicFramePr>
        <p:xfrm>
          <a:off x="1676689" y="1521894"/>
          <a:ext cx="1474977" cy="106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D2828B-ABC8-34A3-2866-C45E8ACA3BAB}"/>
              </a:ext>
            </a:extLst>
          </p:cNvPr>
          <p:cNvCxnSpPr>
            <a:cxnSpLocks/>
          </p:cNvCxnSpPr>
          <p:nvPr/>
        </p:nvCxnSpPr>
        <p:spPr>
          <a:xfrm>
            <a:off x="7278528" y="1281862"/>
            <a:ext cx="0" cy="1175007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29F338C-0F48-FA7D-8F14-9B44FCD2AEA5}"/>
              </a:ext>
            </a:extLst>
          </p:cNvPr>
          <p:cNvSpPr/>
          <p:nvPr/>
        </p:nvSpPr>
        <p:spPr bwMode="gray">
          <a:xfrm>
            <a:off x="1942267" y="1172695"/>
            <a:ext cx="1358561" cy="26990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it-IT" sz="1200" b="1">
                <a:solidFill>
                  <a:schemeClr val="tx1"/>
                </a:solidFill>
              </a:rPr>
              <a:t>Monitoraggio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4C35BCF-F2DE-4F21-77C8-C91D0292A3B4}"/>
              </a:ext>
            </a:extLst>
          </p:cNvPr>
          <p:cNvSpPr/>
          <p:nvPr/>
        </p:nvSpPr>
        <p:spPr>
          <a:xfrm>
            <a:off x="1896788" y="1214894"/>
            <a:ext cx="113423" cy="192738"/>
          </a:xfrm>
          <a:prstGeom prst="roundRect">
            <a:avLst>
              <a:gd name="adj" fmla="val 8127"/>
            </a:avLst>
          </a:prstGeom>
          <a:solidFill>
            <a:srgbClr val="0076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05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0C0905D-0D8B-CEFE-1120-E1221E0DA2EC}"/>
              </a:ext>
            </a:extLst>
          </p:cNvPr>
          <p:cNvSpPr/>
          <p:nvPr/>
        </p:nvSpPr>
        <p:spPr>
          <a:xfrm>
            <a:off x="7851311" y="1479082"/>
            <a:ext cx="2664000" cy="230469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900" b="1">
                <a:solidFill>
                  <a:schemeClr val="tx1"/>
                </a:solidFill>
              </a:rPr>
              <a:t>Ultimo Aggiornamento COVN0</a:t>
            </a:r>
            <a:r>
              <a:rPr lang="it-IT" sz="900">
                <a:solidFill>
                  <a:schemeClr val="tx1"/>
                </a:solidFill>
              </a:rPr>
              <a:t>: 10/03/2026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C7BA23C-305E-C0CC-A732-943945FF8C01}"/>
              </a:ext>
            </a:extLst>
          </p:cNvPr>
          <p:cNvSpPr/>
          <p:nvPr/>
        </p:nvSpPr>
        <p:spPr>
          <a:xfrm>
            <a:off x="7875522" y="1170537"/>
            <a:ext cx="2114179" cy="272126"/>
          </a:xfrm>
          <a:prstGeom prst="roundRect">
            <a:avLst>
              <a:gd name="adj" fmla="val 8127"/>
            </a:avLst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100" b="1">
                <a:solidFill>
                  <a:schemeClr val="tx1"/>
                </a:solidFill>
              </a:rPr>
              <a:t>COVN0</a:t>
            </a:r>
            <a:endParaRPr lang="it-IT" sz="105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052D066-6610-9E4C-085E-BC5C933690C2}"/>
              </a:ext>
            </a:extLst>
          </p:cNvPr>
          <p:cNvSpPr/>
          <p:nvPr/>
        </p:nvSpPr>
        <p:spPr>
          <a:xfrm>
            <a:off x="8005757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Aggiorna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B65FEAC-95C1-94D3-8A34-D6888B77A096}"/>
              </a:ext>
            </a:extLst>
          </p:cNvPr>
          <p:cNvSpPr/>
          <p:nvPr/>
        </p:nvSpPr>
        <p:spPr>
          <a:xfrm>
            <a:off x="9412865" y="1976126"/>
            <a:ext cx="878359" cy="296893"/>
          </a:xfrm>
          <a:prstGeom prst="roundRect">
            <a:avLst/>
          </a:prstGeom>
          <a:solidFill>
            <a:srgbClr val="0076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/>
              <a:t>Storico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E5C6AC0-BC2D-D688-4215-BAB300D17365}"/>
              </a:ext>
            </a:extLst>
          </p:cNvPr>
          <p:cNvSpPr/>
          <p:nvPr/>
        </p:nvSpPr>
        <p:spPr>
          <a:xfrm>
            <a:off x="3641303" y="1551820"/>
            <a:ext cx="2704860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in scadenza/da attenzionare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13B806-FCD8-247A-84CD-5CA9FD7E5E88}"/>
              </a:ext>
            </a:extLst>
          </p:cNvPr>
          <p:cNvSpPr/>
          <p:nvPr/>
        </p:nvSpPr>
        <p:spPr>
          <a:xfrm>
            <a:off x="3649295" y="1262157"/>
            <a:ext cx="2114179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OK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21DA73C-BC64-8010-645A-8F0EC784BD0B}"/>
              </a:ext>
            </a:extLst>
          </p:cNvPr>
          <p:cNvSpPr/>
          <p:nvPr/>
        </p:nvSpPr>
        <p:spPr>
          <a:xfrm>
            <a:off x="6231865" y="1307989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80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3DC21DB-FB34-D273-E098-103C5B5F6D39}"/>
              </a:ext>
            </a:extLst>
          </p:cNvPr>
          <p:cNvCxnSpPr>
            <a:cxnSpLocks/>
          </p:cNvCxnSpPr>
          <p:nvPr/>
        </p:nvCxnSpPr>
        <p:spPr>
          <a:xfrm>
            <a:off x="3613783" y="1339865"/>
            <a:ext cx="0" cy="234673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8312F15-D77E-098F-5CE9-8B1E1234FDEB}"/>
              </a:ext>
            </a:extLst>
          </p:cNvPr>
          <p:cNvCxnSpPr>
            <a:cxnSpLocks/>
          </p:cNvCxnSpPr>
          <p:nvPr/>
        </p:nvCxnSpPr>
        <p:spPr>
          <a:xfrm>
            <a:off x="3613783" y="1641283"/>
            <a:ext cx="0" cy="2346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26B559-F52B-AFF1-CC33-5FAEB599BD0F}"/>
              </a:ext>
            </a:extLst>
          </p:cNvPr>
          <p:cNvCxnSpPr>
            <a:cxnSpLocks/>
          </p:cNvCxnSpPr>
          <p:nvPr/>
        </p:nvCxnSpPr>
        <p:spPr>
          <a:xfrm>
            <a:off x="3613783" y="1940928"/>
            <a:ext cx="0" cy="23467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C773622-F480-14CA-1061-424AE42F13D6}"/>
              </a:ext>
            </a:extLst>
          </p:cNvPr>
          <p:cNvCxnSpPr>
            <a:cxnSpLocks/>
          </p:cNvCxnSpPr>
          <p:nvPr/>
        </p:nvCxnSpPr>
        <p:spPr>
          <a:xfrm>
            <a:off x="3613783" y="2258253"/>
            <a:ext cx="0" cy="23467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D0CB7FB-F276-42A2-0198-FB1A3F057B68}"/>
              </a:ext>
            </a:extLst>
          </p:cNvPr>
          <p:cNvSpPr/>
          <p:nvPr/>
        </p:nvSpPr>
        <p:spPr>
          <a:xfrm>
            <a:off x="3641303" y="1855677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 monitoraggi KO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C0BEE864-6234-AD23-8EB0-30F1842715D0}"/>
              </a:ext>
            </a:extLst>
          </p:cNvPr>
          <p:cNvSpPr/>
          <p:nvPr/>
        </p:nvSpPr>
        <p:spPr>
          <a:xfrm>
            <a:off x="3641303" y="2212855"/>
            <a:ext cx="2041384" cy="398420"/>
          </a:xfrm>
          <a:prstGeom prst="roundRect">
            <a:avLst>
              <a:gd name="adj" fmla="val 8127"/>
            </a:avLst>
          </a:prstGeom>
          <a:noFill/>
          <a:ln w="31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it-IT" sz="1000">
                <a:solidFill>
                  <a:schemeClr val="tx1"/>
                </a:solidFill>
              </a:rPr>
              <a:t>Pratiche Concluse</a:t>
            </a:r>
            <a:endParaRPr lang="it-IT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D0D3BCB0-56C4-7F0B-C0CF-74A87FE5CE9A}"/>
              </a:ext>
            </a:extLst>
          </p:cNvPr>
          <p:cNvSpPr/>
          <p:nvPr/>
        </p:nvSpPr>
        <p:spPr>
          <a:xfrm>
            <a:off x="6231865" y="1606807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4C6CAE4-DEA1-F94F-D224-7CB1652AADF1}"/>
              </a:ext>
            </a:extLst>
          </p:cNvPr>
          <p:cNvSpPr/>
          <p:nvPr/>
        </p:nvSpPr>
        <p:spPr>
          <a:xfrm>
            <a:off x="6231865" y="1896985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8B5337B-DF93-0FCE-FECE-35A7D324A150}"/>
              </a:ext>
            </a:extLst>
          </p:cNvPr>
          <p:cNvSpPr/>
          <p:nvPr/>
        </p:nvSpPr>
        <p:spPr>
          <a:xfrm>
            <a:off x="6231865" y="2266176"/>
            <a:ext cx="448199" cy="306754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b="1">
                <a:solidFill>
                  <a:schemeClr val="tx1"/>
                </a:solidFill>
              </a:rPr>
              <a:t>10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86204313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wOVcP8VWXVZgAn8NBP3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lIns="0" tIns="0" rIns="0" bIns="0" rtlCol="0" anchor="ctr"/>
      <a:lstStyle>
        <a:defPPr algn="ctr">
          <a:defRPr sz="7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3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4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bde95a-7916-485e-8d1e-6f1fe8b9b534" xsi:nil="true"/>
    <lcf76f155ced4ddcb4097134ff3c332f xmlns="af1381ba-2bc2-4e27-8e58-343b8834af50">
      <Terms xmlns="http://schemas.microsoft.com/office/infopath/2007/PartnerControls"/>
    </lcf76f155ced4ddcb4097134ff3c332f>
  </documentManagement>
</p:properties>
</file>

<file path=customXml/item17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1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B2ED555A3CAF408AA88769AAE1FD97" ma:contentTypeVersion="11" ma:contentTypeDescription="Create a new document." ma:contentTypeScope="" ma:versionID="f415905910dd7a0e7f3f27e96d3de68a">
  <xsd:schema xmlns:xsd="http://www.w3.org/2001/XMLSchema" xmlns:xs="http://www.w3.org/2001/XMLSchema" xmlns:p="http://schemas.microsoft.com/office/2006/metadata/properties" xmlns:ns2="af1381ba-2bc2-4e27-8e58-343b8834af50" xmlns:ns3="bdbde95a-7916-485e-8d1e-6f1fe8b9b534" targetNamespace="http://schemas.microsoft.com/office/2006/metadata/properties" ma:root="true" ma:fieldsID="bd05cab43cc3a2e7c873d638e043f99e" ns2:_="" ns3:_="">
    <xsd:import namespace="af1381ba-2bc2-4e27-8e58-343b8834af50"/>
    <xsd:import namespace="bdbde95a-7916-485e-8d1e-6f1fe8b9b5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381ba-2bc2-4e27-8e58-343b8834af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bde95a-7916-485e-8d1e-6f1fe8b9b53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947ece4-75f5-474e-b32b-97794dedaea5}" ma:internalName="TaxCatchAll" ma:showField="CatchAllData" ma:web="bdbde95a-7916-485e-8d1e-6f1fe8b9b5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0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3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8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1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6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41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48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FormConfiguration><![CDATA[{"formFields":[],"formDataEntries":[]}]]></TemplafySlideForm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53.xml><?xml version="1.0" encoding="utf-8"?>
<TemplafySlideFormConfiguration><![CDATA[{"formFields":[],"formDataEntries":[]}]]></TemplafySlideForm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7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1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3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4.xml><?xml version="1.0" encoding="utf-8"?>
<TemplafySlideFormConfiguration><![CDATA[{"formFields":[],"formDataEntries":[]}]]></TemplafySlideFormConfiguration>
</file>

<file path=customXml/item65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66.xml><?xml version="1.0" encoding="utf-8"?>
<TemplafySlideFormConfiguration><![CDATA[{"formFields":[],"formDataEntries":[]}]]></TemplafySlideFormConfiguration>
</file>

<file path=customXml/item67.xml><?xml version="1.0" encoding="utf-8"?>
<TemplafySlideFormConfiguration><![CDATA[{"formFields":[],"formDataEntries":[]}]]></TemplafySlideFormConfiguration>
</file>

<file path=customXml/item68.xml><?xml version="1.0" encoding="utf-8"?>
<TemplafySlideFormConfiguration><![CDATA[{"formFields":[],"formDataEntries":[]}]]></TemplafySlideFormConfiguration>
</file>

<file path=customXml/item69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0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1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2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3.xml><?xml version="1.0" encoding="utf-8"?>
<TemplafySlideFormConfiguration><![CDATA[{"formFields":[],"formDataEntries":[]}]]></TemplafySlideFormConfiguration>
</file>

<file path=customXml/item74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5.xml><?xml version="1.0" encoding="utf-8"?>
<TemplafySlideTemplateConfiguration><![CDATA[{"slideVersion":1,"isValidatorEnabled":false,"isLocked":false,"elementsMetadata":[],"slideId":"1369770168620941312","enableDocumentContentUpdater":false,"version":"2.0"}]]></TemplafySlideTemplateConfiguration>
</file>

<file path=customXml/item76.xml><?xml version="1.0" encoding="utf-8"?>
<TemplafySlideFormConfiguration><![CDATA[{"formFields":[],"formDataEntries":[]}]]></TemplafySlideFormConfiguration>
</file>

<file path=customXml/item77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ABA1CCE-4357-4661-9449-637D64E410DE}">
  <ds:schemaRefs/>
</ds:datastoreItem>
</file>

<file path=customXml/itemProps2.xml><?xml version="1.0" encoding="utf-8"?>
<ds:datastoreItem xmlns:ds="http://schemas.openxmlformats.org/officeDocument/2006/customXml" ds:itemID="{224FE7FA-20B8-4A52-8117-0ADB0A1FF1AA}">
  <ds:schemaRefs/>
</ds:datastoreItem>
</file>

<file path=customXml/itemProps3.xml><?xml version="1.0" encoding="utf-8"?>
<ds:datastoreItem xmlns:ds="http://schemas.openxmlformats.org/officeDocument/2006/customXml" ds:itemID="{655832E9-616D-4CBF-90F4-147DBC15231D}">
  <ds:schemaRefs/>
</ds:datastoreItem>
</file>

<file path=customXml/itemProps4.xml><?xml version="1.0" encoding="utf-8"?>
<ds:datastoreItem xmlns:ds="http://schemas.openxmlformats.org/officeDocument/2006/customXml" ds:itemID="{AE0E7F7B-CFD7-44F4-B7F8-8BB831AE225C}">
  <ds:schemaRefs/>
</ds:datastoreItem>
</file>

<file path=customXml/itemProps5.xml><?xml version="1.0" encoding="utf-8"?>
<ds:datastoreItem xmlns:ds="http://schemas.openxmlformats.org/officeDocument/2006/customXml" ds:itemID="{F76B6A47-8897-487C-97BA-CE3FAB9493EE}">
  <ds:schemaRefs/>
</ds:datastoreItem>
</file>

<file path=customXml/itemProps6.xml><?xml version="1.0" encoding="utf-8"?>
<ds:datastoreItem xmlns:ds="http://schemas.openxmlformats.org/officeDocument/2006/customXml" ds:itemID="{1010AF73-7A33-46A4-BB96-276D508ED00F}">
  <ds:schemaRefs/>
</ds:datastoreItem>
</file>

<file path=customXml/itemProps7.xml><?xml version="1.0" encoding="utf-8"?>
<ds:datastoreItem xmlns:ds="http://schemas.openxmlformats.org/officeDocument/2006/customXml" ds:itemID="{46EE0476-9C3F-4DA3-8FE1-FD3845E1B9C5}">
  <ds:schemaRefs/>
</ds:datastoreItem>
</file>

<file path=customXml/itemProps8.xml><?xml version="1.0" encoding="utf-8"?>
<ds:datastoreItem xmlns:ds="http://schemas.openxmlformats.org/officeDocument/2006/customXml" ds:itemID="{5819CE19-7D94-4DB6-965B-75978109A316}">
  <ds:schemaRefs/>
</ds:datastoreItem>
</file>

<file path=customXml/itemProps9.xml><?xml version="1.0" encoding="utf-8"?>
<ds:datastoreItem xmlns:ds="http://schemas.openxmlformats.org/officeDocument/2006/customXml" ds:itemID="{87647702-AE50-4E3D-871D-8A6D9D34E47A}">
  <ds:schemaRefs/>
</ds:datastoreItem>
</file>

<file path=customXml/itemProps10.xml><?xml version="1.0" encoding="utf-8"?>
<ds:datastoreItem xmlns:ds="http://schemas.openxmlformats.org/officeDocument/2006/customXml" ds:itemID="{A7A2EBA1-0E4A-4650-BE3B-4A30BEA9CB29}">
  <ds:schemaRefs/>
</ds:datastoreItem>
</file>

<file path=customXml/itemProps11.xml><?xml version="1.0" encoding="utf-8"?>
<ds:datastoreItem xmlns:ds="http://schemas.openxmlformats.org/officeDocument/2006/customXml" ds:itemID="{D155A1B2-7707-43AD-BA75-C20A1D5AC416}">
  <ds:schemaRefs/>
</ds:datastoreItem>
</file>

<file path=customXml/itemProps12.xml><?xml version="1.0" encoding="utf-8"?>
<ds:datastoreItem xmlns:ds="http://schemas.openxmlformats.org/officeDocument/2006/customXml" ds:itemID="{E8B23669-AC76-42A2-B70C-FCE8E5411DAB}">
  <ds:schemaRefs/>
</ds:datastoreItem>
</file>

<file path=customXml/itemProps13.xml><?xml version="1.0" encoding="utf-8"?>
<ds:datastoreItem xmlns:ds="http://schemas.openxmlformats.org/officeDocument/2006/customXml" ds:itemID="{25E67BA1-14D1-49DF-862A-752BC2B505AA}">
  <ds:schemaRefs/>
</ds:datastoreItem>
</file>

<file path=customXml/itemProps14.xml><?xml version="1.0" encoding="utf-8"?>
<ds:datastoreItem xmlns:ds="http://schemas.openxmlformats.org/officeDocument/2006/customXml" ds:itemID="{395CDA19-4EBE-4778-AD4A-01B04F9320F9}">
  <ds:schemaRefs/>
</ds:datastoreItem>
</file>

<file path=customXml/itemProps15.xml><?xml version="1.0" encoding="utf-8"?>
<ds:datastoreItem xmlns:ds="http://schemas.openxmlformats.org/officeDocument/2006/customXml" ds:itemID="{66647AF2-134D-4423-883D-A3B3834B1864}">
  <ds:schemaRefs/>
</ds:datastoreItem>
</file>

<file path=customXml/itemProps16.xml><?xml version="1.0" encoding="utf-8"?>
<ds:datastoreItem xmlns:ds="http://schemas.openxmlformats.org/officeDocument/2006/customXml" ds:itemID="{79D84E14-2A05-4759-A20C-3F1CCA24C6F0}">
  <ds:schemaRefs>
    <ds:schemaRef ds:uri="af1381ba-2bc2-4e27-8e58-343b8834af50"/>
    <ds:schemaRef ds:uri="bdbde95a-7916-485e-8d1e-6f1fe8b9b53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17.xml><?xml version="1.0" encoding="utf-8"?>
<ds:datastoreItem xmlns:ds="http://schemas.openxmlformats.org/officeDocument/2006/customXml" ds:itemID="{B970BB51-780F-4608-AD63-83B84187B0C8}">
  <ds:schemaRefs/>
</ds:datastoreItem>
</file>

<file path=customXml/itemProps18.xml><?xml version="1.0" encoding="utf-8"?>
<ds:datastoreItem xmlns:ds="http://schemas.openxmlformats.org/officeDocument/2006/customXml" ds:itemID="{AEA9C702-1A66-404D-9136-EC0E6B3C6EEC}">
  <ds:schemaRefs/>
</ds:datastoreItem>
</file>

<file path=customXml/itemProps19.xml><?xml version="1.0" encoding="utf-8"?>
<ds:datastoreItem xmlns:ds="http://schemas.openxmlformats.org/officeDocument/2006/customXml" ds:itemID="{E96D29AF-7DDA-4BE3-B312-EC4B3879437F}">
  <ds:schemaRefs>
    <ds:schemaRef ds:uri="af1381ba-2bc2-4e27-8e58-343b8834af50"/>
    <ds:schemaRef ds:uri="bdbde95a-7916-485e-8d1e-6f1fe8b9b53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0.xml><?xml version="1.0" encoding="utf-8"?>
<ds:datastoreItem xmlns:ds="http://schemas.openxmlformats.org/officeDocument/2006/customXml" ds:itemID="{F8F1C45B-BB8C-4A75-ACD9-2FAE02762AD2}">
  <ds:schemaRefs/>
</ds:datastoreItem>
</file>

<file path=customXml/itemProps21.xml><?xml version="1.0" encoding="utf-8"?>
<ds:datastoreItem xmlns:ds="http://schemas.openxmlformats.org/officeDocument/2006/customXml" ds:itemID="{030BA803-0F72-4BF3-8DC6-344B2CBF43AB}">
  <ds:schemaRefs/>
</ds:datastoreItem>
</file>

<file path=customXml/itemProps22.xml><?xml version="1.0" encoding="utf-8"?>
<ds:datastoreItem xmlns:ds="http://schemas.openxmlformats.org/officeDocument/2006/customXml" ds:itemID="{110A72BF-80B0-497E-8AAA-2653527F9DE4}">
  <ds:schemaRefs/>
</ds:datastoreItem>
</file>

<file path=customXml/itemProps23.xml><?xml version="1.0" encoding="utf-8"?>
<ds:datastoreItem xmlns:ds="http://schemas.openxmlformats.org/officeDocument/2006/customXml" ds:itemID="{49C1028A-7FE0-4058-8C0F-B1D8D4132E06}">
  <ds:schemaRefs/>
</ds:datastoreItem>
</file>

<file path=customXml/itemProps24.xml><?xml version="1.0" encoding="utf-8"?>
<ds:datastoreItem xmlns:ds="http://schemas.openxmlformats.org/officeDocument/2006/customXml" ds:itemID="{582EFECD-261A-4981-AE01-48F33085F64B}">
  <ds:schemaRefs/>
</ds:datastoreItem>
</file>

<file path=customXml/itemProps25.xml><?xml version="1.0" encoding="utf-8"?>
<ds:datastoreItem xmlns:ds="http://schemas.openxmlformats.org/officeDocument/2006/customXml" ds:itemID="{AC53363E-538D-4629-A3AA-F77D41334BEC}">
  <ds:schemaRefs/>
</ds:datastoreItem>
</file>

<file path=customXml/itemProps26.xml><?xml version="1.0" encoding="utf-8"?>
<ds:datastoreItem xmlns:ds="http://schemas.openxmlformats.org/officeDocument/2006/customXml" ds:itemID="{8B93B1B1-943C-49D3-A001-4B6D168EFFBF}">
  <ds:schemaRefs/>
</ds:datastoreItem>
</file>

<file path=customXml/itemProps27.xml><?xml version="1.0" encoding="utf-8"?>
<ds:datastoreItem xmlns:ds="http://schemas.openxmlformats.org/officeDocument/2006/customXml" ds:itemID="{B98BF5FE-0B00-48FF-8E9D-DAA999A007A1}">
  <ds:schemaRefs/>
</ds:datastoreItem>
</file>

<file path=customXml/itemProps28.xml><?xml version="1.0" encoding="utf-8"?>
<ds:datastoreItem xmlns:ds="http://schemas.openxmlformats.org/officeDocument/2006/customXml" ds:itemID="{D255D766-6539-4744-9B27-90BAD9012EE5}">
  <ds:schemaRefs/>
</ds:datastoreItem>
</file>

<file path=customXml/itemProps29.xml><?xml version="1.0" encoding="utf-8"?>
<ds:datastoreItem xmlns:ds="http://schemas.openxmlformats.org/officeDocument/2006/customXml" ds:itemID="{2B1D6C20-8842-4A60-AFD4-2FE85431D640}">
  <ds:schemaRefs/>
</ds:datastoreItem>
</file>

<file path=customXml/itemProps30.xml><?xml version="1.0" encoding="utf-8"?>
<ds:datastoreItem xmlns:ds="http://schemas.openxmlformats.org/officeDocument/2006/customXml" ds:itemID="{3E59D52F-DAAA-4244-B7ED-24484BCAE9EE}">
  <ds:schemaRefs/>
</ds:datastoreItem>
</file>

<file path=customXml/itemProps31.xml><?xml version="1.0" encoding="utf-8"?>
<ds:datastoreItem xmlns:ds="http://schemas.openxmlformats.org/officeDocument/2006/customXml" ds:itemID="{7EE3539B-6F6C-40CE-BF4A-353159AF0A34}">
  <ds:schemaRefs/>
</ds:datastoreItem>
</file>

<file path=customXml/itemProps32.xml><?xml version="1.0" encoding="utf-8"?>
<ds:datastoreItem xmlns:ds="http://schemas.openxmlformats.org/officeDocument/2006/customXml" ds:itemID="{6B9D58DF-D1AE-46E4-8188-E29B4EB17ED1}">
  <ds:schemaRefs/>
</ds:datastoreItem>
</file>

<file path=customXml/itemProps33.xml><?xml version="1.0" encoding="utf-8"?>
<ds:datastoreItem xmlns:ds="http://schemas.openxmlformats.org/officeDocument/2006/customXml" ds:itemID="{ACE885F6-2570-44AF-8B5E-F9D5507898CE}">
  <ds:schemaRefs/>
</ds:datastoreItem>
</file>

<file path=customXml/itemProps34.xml><?xml version="1.0" encoding="utf-8"?>
<ds:datastoreItem xmlns:ds="http://schemas.openxmlformats.org/officeDocument/2006/customXml" ds:itemID="{B2DBAB3A-FC9B-4D3F-BB3B-DDE9F5CB26FE}">
  <ds:schemaRefs/>
</ds:datastoreItem>
</file>

<file path=customXml/itemProps35.xml><?xml version="1.0" encoding="utf-8"?>
<ds:datastoreItem xmlns:ds="http://schemas.openxmlformats.org/officeDocument/2006/customXml" ds:itemID="{F94FCFBA-52A4-43D8-9198-D337EBB0BF5F}">
  <ds:schemaRefs/>
</ds:datastoreItem>
</file>

<file path=customXml/itemProps36.xml><?xml version="1.0" encoding="utf-8"?>
<ds:datastoreItem xmlns:ds="http://schemas.openxmlformats.org/officeDocument/2006/customXml" ds:itemID="{1119EA3A-CD1B-4278-AB3E-2501EDD7CC20}">
  <ds:schemaRefs/>
</ds:datastoreItem>
</file>

<file path=customXml/itemProps37.xml><?xml version="1.0" encoding="utf-8"?>
<ds:datastoreItem xmlns:ds="http://schemas.openxmlformats.org/officeDocument/2006/customXml" ds:itemID="{EC41DEA2-E9D2-4EFE-9BBB-BD2CD09D5E2E}">
  <ds:schemaRefs/>
</ds:datastoreItem>
</file>

<file path=customXml/itemProps38.xml><?xml version="1.0" encoding="utf-8"?>
<ds:datastoreItem xmlns:ds="http://schemas.openxmlformats.org/officeDocument/2006/customXml" ds:itemID="{042B3D05-67EA-4734-B7A6-6EA9EAC29C55}">
  <ds:schemaRefs/>
</ds:datastoreItem>
</file>

<file path=customXml/itemProps39.xml><?xml version="1.0" encoding="utf-8"?>
<ds:datastoreItem xmlns:ds="http://schemas.openxmlformats.org/officeDocument/2006/customXml" ds:itemID="{597A3FCF-EC80-4DAF-B855-37C1813495C1}">
  <ds:schemaRefs/>
</ds:datastoreItem>
</file>

<file path=customXml/itemProps40.xml><?xml version="1.0" encoding="utf-8"?>
<ds:datastoreItem xmlns:ds="http://schemas.openxmlformats.org/officeDocument/2006/customXml" ds:itemID="{50FE3E5D-F96B-49ED-876A-FB224910EA96}">
  <ds:schemaRefs/>
</ds:datastoreItem>
</file>

<file path=customXml/itemProps41.xml><?xml version="1.0" encoding="utf-8"?>
<ds:datastoreItem xmlns:ds="http://schemas.openxmlformats.org/officeDocument/2006/customXml" ds:itemID="{81BEA0EC-3B70-4F8E-92D8-49257B52879E}">
  <ds:schemaRefs/>
</ds:datastoreItem>
</file>

<file path=customXml/itemProps42.xml><?xml version="1.0" encoding="utf-8"?>
<ds:datastoreItem xmlns:ds="http://schemas.openxmlformats.org/officeDocument/2006/customXml" ds:itemID="{A1228ECC-AA76-4FDF-ABC7-93D3836CADF5}">
  <ds:schemaRefs/>
</ds:datastoreItem>
</file>

<file path=customXml/itemProps43.xml><?xml version="1.0" encoding="utf-8"?>
<ds:datastoreItem xmlns:ds="http://schemas.openxmlformats.org/officeDocument/2006/customXml" ds:itemID="{DAE6E944-E342-42EE-A6E4-8D362869D785}">
  <ds:schemaRefs/>
</ds:datastoreItem>
</file>

<file path=customXml/itemProps44.xml><?xml version="1.0" encoding="utf-8"?>
<ds:datastoreItem xmlns:ds="http://schemas.openxmlformats.org/officeDocument/2006/customXml" ds:itemID="{C52ED488-BF97-46FD-8FD4-329A9F0D6FE4}">
  <ds:schemaRefs/>
</ds:datastoreItem>
</file>

<file path=customXml/itemProps45.xml><?xml version="1.0" encoding="utf-8"?>
<ds:datastoreItem xmlns:ds="http://schemas.openxmlformats.org/officeDocument/2006/customXml" ds:itemID="{401B9BE8-0883-42DD-8973-83C11C8A760F}">
  <ds:schemaRefs/>
</ds:datastoreItem>
</file>

<file path=customXml/itemProps46.xml><?xml version="1.0" encoding="utf-8"?>
<ds:datastoreItem xmlns:ds="http://schemas.openxmlformats.org/officeDocument/2006/customXml" ds:itemID="{2BFDF2BE-D01F-4AD5-9E08-DAB1CBD0353A}">
  <ds:schemaRefs/>
</ds:datastoreItem>
</file>

<file path=customXml/itemProps47.xml><?xml version="1.0" encoding="utf-8"?>
<ds:datastoreItem xmlns:ds="http://schemas.openxmlformats.org/officeDocument/2006/customXml" ds:itemID="{5C7617DD-D97F-4254-861F-369F1EC63095}">
  <ds:schemaRefs/>
</ds:datastoreItem>
</file>

<file path=customXml/itemProps48.xml><?xml version="1.0" encoding="utf-8"?>
<ds:datastoreItem xmlns:ds="http://schemas.openxmlformats.org/officeDocument/2006/customXml" ds:itemID="{6D0BEA9A-6172-4B03-BD04-8190F1E8C0C6}">
  <ds:schemaRefs/>
</ds:datastoreItem>
</file>

<file path=customXml/itemProps49.xml><?xml version="1.0" encoding="utf-8"?>
<ds:datastoreItem xmlns:ds="http://schemas.openxmlformats.org/officeDocument/2006/customXml" ds:itemID="{B4E5529F-0B07-443D-A9A8-00009C52E297}">
  <ds:schemaRefs/>
</ds:datastoreItem>
</file>

<file path=customXml/itemProps50.xml><?xml version="1.0" encoding="utf-8"?>
<ds:datastoreItem xmlns:ds="http://schemas.openxmlformats.org/officeDocument/2006/customXml" ds:itemID="{FE0B9E2D-CEA5-485B-9982-7F89CD352D3B}">
  <ds:schemaRefs/>
</ds:datastoreItem>
</file>

<file path=customXml/itemProps51.xml><?xml version="1.0" encoding="utf-8"?>
<ds:datastoreItem xmlns:ds="http://schemas.openxmlformats.org/officeDocument/2006/customXml" ds:itemID="{AD3F97EC-E2D4-486E-AA73-5AC9855C191F}">
  <ds:schemaRefs/>
</ds:datastoreItem>
</file>

<file path=customXml/itemProps52.xml><?xml version="1.0" encoding="utf-8"?>
<ds:datastoreItem xmlns:ds="http://schemas.openxmlformats.org/officeDocument/2006/customXml" ds:itemID="{EED701EB-9CA7-4ED6-AABA-0C64B6B4CE1B}">
  <ds:schemaRefs/>
</ds:datastoreItem>
</file>

<file path=customXml/itemProps53.xml><?xml version="1.0" encoding="utf-8"?>
<ds:datastoreItem xmlns:ds="http://schemas.openxmlformats.org/officeDocument/2006/customXml" ds:itemID="{14DB8E6E-B800-4D3F-99ED-DA238AB38F44}">
  <ds:schemaRefs/>
</ds:datastoreItem>
</file>

<file path=customXml/itemProps54.xml><?xml version="1.0" encoding="utf-8"?>
<ds:datastoreItem xmlns:ds="http://schemas.openxmlformats.org/officeDocument/2006/customXml" ds:itemID="{06F63B8B-BEF0-45FF-93E6-647DD7C8FEE6}">
  <ds:schemaRefs/>
</ds:datastoreItem>
</file>

<file path=customXml/itemProps55.xml><?xml version="1.0" encoding="utf-8"?>
<ds:datastoreItem xmlns:ds="http://schemas.openxmlformats.org/officeDocument/2006/customXml" ds:itemID="{52D70EC4-82B7-460C-A188-97693AFA6440}">
  <ds:schemaRefs/>
</ds:datastoreItem>
</file>

<file path=customXml/itemProps56.xml><?xml version="1.0" encoding="utf-8"?>
<ds:datastoreItem xmlns:ds="http://schemas.openxmlformats.org/officeDocument/2006/customXml" ds:itemID="{A4203F2B-2931-4AD2-848C-48C9087AA0D2}">
  <ds:schemaRefs>
    <ds:schemaRef ds:uri="http://schemas.microsoft.com/sharepoint/v3/contenttype/forms"/>
  </ds:schemaRefs>
</ds:datastoreItem>
</file>

<file path=customXml/itemProps57.xml><?xml version="1.0" encoding="utf-8"?>
<ds:datastoreItem xmlns:ds="http://schemas.openxmlformats.org/officeDocument/2006/customXml" ds:itemID="{E786D923-9042-4BC9-9853-148F5E6FDBD9}">
  <ds:schemaRefs/>
</ds:datastoreItem>
</file>

<file path=customXml/itemProps58.xml><?xml version="1.0" encoding="utf-8"?>
<ds:datastoreItem xmlns:ds="http://schemas.openxmlformats.org/officeDocument/2006/customXml" ds:itemID="{45B15BB3-B00A-4B53-B6D9-C12C095D1028}">
  <ds:schemaRefs/>
</ds:datastoreItem>
</file>

<file path=customXml/itemProps59.xml><?xml version="1.0" encoding="utf-8"?>
<ds:datastoreItem xmlns:ds="http://schemas.openxmlformats.org/officeDocument/2006/customXml" ds:itemID="{8537119B-78C3-41B9-823E-E63A9D82D4D5}">
  <ds:schemaRefs/>
</ds:datastoreItem>
</file>

<file path=customXml/itemProps60.xml><?xml version="1.0" encoding="utf-8"?>
<ds:datastoreItem xmlns:ds="http://schemas.openxmlformats.org/officeDocument/2006/customXml" ds:itemID="{C8DC31CD-782C-472C-9FBA-F3116E904002}">
  <ds:schemaRefs/>
</ds:datastoreItem>
</file>

<file path=customXml/itemProps61.xml><?xml version="1.0" encoding="utf-8"?>
<ds:datastoreItem xmlns:ds="http://schemas.openxmlformats.org/officeDocument/2006/customXml" ds:itemID="{3443D5EB-1A27-461B-8D5D-603C79715556}">
  <ds:schemaRefs/>
</ds:datastoreItem>
</file>

<file path=customXml/itemProps62.xml><?xml version="1.0" encoding="utf-8"?>
<ds:datastoreItem xmlns:ds="http://schemas.openxmlformats.org/officeDocument/2006/customXml" ds:itemID="{74335435-7D12-4953-86CA-8D9A156ACD53}">
  <ds:schemaRefs/>
</ds:datastoreItem>
</file>

<file path=customXml/itemProps63.xml><?xml version="1.0" encoding="utf-8"?>
<ds:datastoreItem xmlns:ds="http://schemas.openxmlformats.org/officeDocument/2006/customXml" ds:itemID="{B65C5E79-9961-41AC-88E7-D9720B7D10E2}">
  <ds:schemaRefs/>
</ds:datastoreItem>
</file>

<file path=customXml/itemProps64.xml><?xml version="1.0" encoding="utf-8"?>
<ds:datastoreItem xmlns:ds="http://schemas.openxmlformats.org/officeDocument/2006/customXml" ds:itemID="{21B177A0-720F-4AED-A5AF-37D93FD4B7F3}">
  <ds:schemaRefs/>
</ds:datastoreItem>
</file>

<file path=customXml/itemProps65.xml><?xml version="1.0" encoding="utf-8"?>
<ds:datastoreItem xmlns:ds="http://schemas.openxmlformats.org/officeDocument/2006/customXml" ds:itemID="{600E2032-4551-4D4E-BEEB-D55BF946FC30}">
  <ds:schemaRefs/>
</ds:datastoreItem>
</file>

<file path=customXml/itemProps66.xml><?xml version="1.0" encoding="utf-8"?>
<ds:datastoreItem xmlns:ds="http://schemas.openxmlformats.org/officeDocument/2006/customXml" ds:itemID="{AD72A326-8908-4569-8379-F604784FE8ED}">
  <ds:schemaRefs/>
</ds:datastoreItem>
</file>

<file path=customXml/itemProps67.xml><?xml version="1.0" encoding="utf-8"?>
<ds:datastoreItem xmlns:ds="http://schemas.openxmlformats.org/officeDocument/2006/customXml" ds:itemID="{F5D0C551-B29F-4A14-A25B-C324C9C65489}">
  <ds:schemaRefs/>
</ds:datastoreItem>
</file>

<file path=customXml/itemProps68.xml><?xml version="1.0" encoding="utf-8"?>
<ds:datastoreItem xmlns:ds="http://schemas.openxmlformats.org/officeDocument/2006/customXml" ds:itemID="{08741DC8-17CF-4D58-8016-E8AF30DE6C67}">
  <ds:schemaRefs/>
</ds:datastoreItem>
</file>

<file path=customXml/itemProps69.xml><?xml version="1.0" encoding="utf-8"?>
<ds:datastoreItem xmlns:ds="http://schemas.openxmlformats.org/officeDocument/2006/customXml" ds:itemID="{1ABE6C2B-274D-4AB5-9A07-CA0F6255AB35}">
  <ds:schemaRefs/>
</ds:datastoreItem>
</file>

<file path=customXml/itemProps70.xml><?xml version="1.0" encoding="utf-8"?>
<ds:datastoreItem xmlns:ds="http://schemas.openxmlformats.org/officeDocument/2006/customXml" ds:itemID="{5556DD92-AFE5-4CD8-A842-A044D0D663F3}">
  <ds:schemaRefs/>
</ds:datastoreItem>
</file>

<file path=customXml/itemProps71.xml><?xml version="1.0" encoding="utf-8"?>
<ds:datastoreItem xmlns:ds="http://schemas.openxmlformats.org/officeDocument/2006/customXml" ds:itemID="{A4EFCDDB-A45C-4ABC-878C-8B9A2D8BD159}">
  <ds:schemaRefs/>
</ds:datastoreItem>
</file>

<file path=customXml/itemProps72.xml><?xml version="1.0" encoding="utf-8"?>
<ds:datastoreItem xmlns:ds="http://schemas.openxmlformats.org/officeDocument/2006/customXml" ds:itemID="{E892A162-C0B1-411E-8751-F05DB4B6C0E8}">
  <ds:schemaRefs/>
</ds:datastoreItem>
</file>

<file path=customXml/itemProps73.xml><?xml version="1.0" encoding="utf-8"?>
<ds:datastoreItem xmlns:ds="http://schemas.openxmlformats.org/officeDocument/2006/customXml" ds:itemID="{36327B8D-D804-4853-BD87-56EC46A1A302}">
  <ds:schemaRefs/>
</ds:datastoreItem>
</file>

<file path=customXml/itemProps74.xml><?xml version="1.0" encoding="utf-8"?>
<ds:datastoreItem xmlns:ds="http://schemas.openxmlformats.org/officeDocument/2006/customXml" ds:itemID="{74DF0782-D034-4443-8B40-8A025C422063}">
  <ds:schemaRefs/>
</ds:datastoreItem>
</file>

<file path=customXml/itemProps75.xml><?xml version="1.0" encoding="utf-8"?>
<ds:datastoreItem xmlns:ds="http://schemas.openxmlformats.org/officeDocument/2006/customXml" ds:itemID="{B8D92948-E4D3-4B13-B454-5811A50127C2}">
  <ds:schemaRefs/>
</ds:datastoreItem>
</file>

<file path=customXml/itemProps76.xml><?xml version="1.0" encoding="utf-8"?>
<ds:datastoreItem xmlns:ds="http://schemas.openxmlformats.org/officeDocument/2006/customXml" ds:itemID="{46DB43B2-F9A5-45B5-B592-E43B543CC2F1}">
  <ds:schemaRefs/>
</ds:datastoreItem>
</file>

<file path=customXml/itemProps77.xml><?xml version="1.0" encoding="utf-8"?>
<ds:datastoreItem xmlns:ds="http://schemas.openxmlformats.org/officeDocument/2006/customXml" ds:itemID="{85A20E91-4D5E-4F92-85FA-E111B9A69424}">
  <ds:schemaRefs/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64</Slides>
  <Notes>19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66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Melorio, Giulio Gabriele</dc:creator>
  <cp:revision>1</cp:revision>
  <dcterms:created xsi:type="dcterms:W3CDTF">2025-11-07T14:56:26Z</dcterms:created>
  <dcterms:modified xsi:type="dcterms:W3CDTF">2026-04-24T16:20:50Z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0x01010012B2ED555A3CAF408AA88769AAE1FD97</vt:lpwstr>
  </property>
  <property fmtid="{D5CDD505-2E9C-101B-9397-08002B2CF9AE}" pid="3" name="MediaServiceImageTags">
    <vt:lpwstr/>
  </property>
</Properties>
</file>